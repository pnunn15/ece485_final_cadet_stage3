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7162800" cy="94488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F1FCC7-50D8-4515-B9C3-EEEC3DB5664C}" v="7" dt="2026-04-07T21:43:30.3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29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rk, George W CIV USAF USAFA DF/DFEC" userId="1fb5875a-4594-4db2-80fb-f0db3de11280" providerId="ADAL" clId="{09330963-85FD-4C99-A81B-94D0EE5CFFEB}"/>
    <pc:docChg chg="undo custSel modSld">
      <pc:chgData name="York, George W CIV USAF USAFA DF/DFEC" userId="1fb5875a-4594-4db2-80fb-f0db3de11280" providerId="ADAL" clId="{09330963-85FD-4C99-A81B-94D0EE5CFFEB}" dt="2026-04-07T21:43:57.765" v="118" actId="20577"/>
      <pc:docMkLst>
        <pc:docMk/>
      </pc:docMkLst>
      <pc:sldChg chg="addSp delSp modSp mod">
        <pc:chgData name="York, George W CIV USAF USAFA DF/DFEC" userId="1fb5875a-4594-4db2-80fb-f0db3de11280" providerId="ADAL" clId="{09330963-85FD-4C99-A81B-94D0EE5CFFEB}" dt="2026-04-07T21:43:57.765" v="118" actId="20577"/>
        <pc:sldMkLst>
          <pc:docMk/>
          <pc:sldMk cId="1501170907" sldId="256"/>
        </pc:sldMkLst>
        <pc:spChg chg="add mod">
          <ac:chgData name="York, George W CIV USAF USAFA DF/DFEC" userId="1fb5875a-4594-4db2-80fb-f0db3de11280" providerId="ADAL" clId="{09330963-85FD-4C99-A81B-94D0EE5CFFEB}" dt="2026-03-10T17:10:31.494" v="11" actId="1076"/>
          <ac:spMkLst>
            <pc:docMk/>
            <pc:sldMk cId="1501170907" sldId="256"/>
            <ac:spMk id="17" creationId="{F3C357C1-6CA0-FE49-1679-B84ECC79460C}"/>
          </ac:spMkLst>
        </pc:spChg>
        <pc:spChg chg="mod">
          <ac:chgData name="York, George W CIV USAF USAFA DF/DFEC" userId="1fb5875a-4594-4db2-80fb-f0db3de11280" providerId="ADAL" clId="{09330963-85FD-4C99-A81B-94D0EE5CFFEB}" dt="2026-04-07T21:17:34.236" v="18" actId="14100"/>
          <ac:spMkLst>
            <pc:docMk/>
            <pc:sldMk cId="1501170907" sldId="256"/>
            <ac:spMk id="23" creationId="{A8009FE0-7787-A3EB-6282-7D22C75D2C48}"/>
          </ac:spMkLst>
        </pc:spChg>
        <pc:spChg chg="add mod">
          <ac:chgData name="York, George W CIV USAF USAFA DF/DFEC" userId="1fb5875a-4594-4db2-80fb-f0db3de11280" providerId="ADAL" clId="{09330963-85FD-4C99-A81B-94D0EE5CFFEB}" dt="2026-04-07T21:24:36.037" v="49" actId="1076"/>
          <ac:spMkLst>
            <pc:docMk/>
            <pc:sldMk cId="1501170907" sldId="256"/>
            <ac:spMk id="59" creationId="{186A631B-F190-7086-D3E4-E64D63EF623D}"/>
          </ac:spMkLst>
        </pc:spChg>
        <pc:spChg chg="add del mod">
          <ac:chgData name="York, George W CIV USAF USAFA DF/DFEC" userId="1fb5875a-4594-4db2-80fb-f0db3de11280" providerId="ADAL" clId="{09330963-85FD-4C99-A81B-94D0EE5CFFEB}" dt="2026-04-07T21:24:56.863" v="50" actId="478"/>
          <ac:spMkLst>
            <pc:docMk/>
            <pc:sldMk cId="1501170907" sldId="256"/>
            <ac:spMk id="66" creationId="{D3B8DB5F-1693-7C15-AAE5-35655C0E7637}"/>
          </ac:spMkLst>
        </pc:spChg>
        <pc:spChg chg="add mod">
          <ac:chgData name="York, George W CIV USAF USAFA DF/DFEC" userId="1fb5875a-4594-4db2-80fb-f0db3de11280" providerId="ADAL" clId="{09330963-85FD-4C99-A81B-94D0EE5CFFEB}" dt="2026-04-07T21:41:27.757" v="59" actId="1076"/>
          <ac:spMkLst>
            <pc:docMk/>
            <pc:sldMk cId="1501170907" sldId="256"/>
            <ac:spMk id="67" creationId="{2A1D9753-7066-13C9-A737-FE724AE089F0}"/>
          </ac:spMkLst>
        </pc:spChg>
        <pc:spChg chg="add mod">
          <ac:chgData name="York, George W CIV USAF USAFA DF/DFEC" userId="1fb5875a-4594-4db2-80fb-f0db3de11280" providerId="ADAL" clId="{09330963-85FD-4C99-A81B-94D0EE5CFFEB}" dt="2026-04-07T21:42:17.969" v="69" actId="1076"/>
          <ac:spMkLst>
            <pc:docMk/>
            <pc:sldMk cId="1501170907" sldId="256"/>
            <ac:spMk id="68" creationId="{0182E3FA-2050-1E0B-90D7-8E7982835657}"/>
          </ac:spMkLst>
        </pc:spChg>
        <pc:spChg chg="add mod">
          <ac:chgData name="York, George W CIV USAF USAFA DF/DFEC" userId="1fb5875a-4594-4db2-80fb-f0db3de11280" providerId="ADAL" clId="{09330963-85FD-4C99-A81B-94D0EE5CFFEB}" dt="2026-04-07T21:42:02.423" v="66" actId="20577"/>
          <ac:spMkLst>
            <pc:docMk/>
            <pc:sldMk cId="1501170907" sldId="256"/>
            <ac:spMk id="84" creationId="{465A98EB-4880-884F-D153-0515CE8BDEB2}"/>
          </ac:spMkLst>
        </pc:spChg>
        <pc:spChg chg="add mod">
          <ac:chgData name="York, George W CIV USAF USAFA DF/DFEC" userId="1fb5875a-4594-4db2-80fb-f0db3de11280" providerId="ADAL" clId="{09330963-85FD-4C99-A81B-94D0EE5CFFEB}" dt="2026-04-07T21:42:43.586" v="74" actId="20577"/>
          <ac:spMkLst>
            <pc:docMk/>
            <pc:sldMk cId="1501170907" sldId="256"/>
            <ac:spMk id="86" creationId="{33E037D7-FFD6-1A3F-9638-8C8F09EEE8FF}"/>
          </ac:spMkLst>
        </pc:spChg>
        <pc:spChg chg="add mod">
          <ac:chgData name="York, George W CIV USAF USAFA DF/DFEC" userId="1fb5875a-4594-4db2-80fb-f0db3de11280" providerId="ADAL" clId="{09330963-85FD-4C99-A81B-94D0EE5CFFEB}" dt="2026-04-07T21:43:20.962" v="87" actId="1076"/>
          <ac:spMkLst>
            <pc:docMk/>
            <pc:sldMk cId="1501170907" sldId="256"/>
            <ac:spMk id="88" creationId="{3444F36D-44DB-30F1-9A93-0662301A031E}"/>
          </ac:spMkLst>
        </pc:spChg>
        <pc:spChg chg="add mod">
          <ac:chgData name="York, George W CIV USAF USAFA DF/DFEC" userId="1fb5875a-4594-4db2-80fb-f0db3de11280" providerId="ADAL" clId="{09330963-85FD-4C99-A81B-94D0EE5CFFEB}" dt="2026-04-07T21:43:57.765" v="118" actId="20577"/>
          <ac:spMkLst>
            <pc:docMk/>
            <pc:sldMk cId="1501170907" sldId="256"/>
            <ac:spMk id="92" creationId="{17776570-4E75-3096-0631-C034786BC80E}"/>
          </ac:spMkLst>
        </pc:spChg>
        <pc:spChg chg="mod">
          <ac:chgData name="York, George W CIV USAF USAFA DF/DFEC" userId="1fb5875a-4594-4db2-80fb-f0db3de11280" providerId="ADAL" clId="{09330963-85FD-4C99-A81B-94D0EE5CFFEB}" dt="2026-04-07T21:18:37.994" v="24" actId="14100"/>
          <ac:spMkLst>
            <pc:docMk/>
            <pc:sldMk cId="1501170907" sldId="256"/>
            <ac:spMk id="106" creationId="{802EBAD3-1207-E175-F4E6-F1CAAFD5CB84}"/>
          </ac:spMkLst>
        </pc:spChg>
        <pc:spChg chg="mod">
          <ac:chgData name="York, George W CIV USAF USAFA DF/DFEC" userId="1fb5875a-4594-4db2-80fb-f0db3de11280" providerId="ADAL" clId="{09330963-85FD-4C99-A81B-94D0EE5CFFEB}" dt="2026-04-07T21:18:37.994" v="24" actId="14100"/>
          <ac:spMkLst>
            <pc:docMk/>
            <pc:sldMk cId="1501170907" sldId="256"/>
            <ac:spMk id="107" creationId="{B1546BBC-B812-DED8-4B26-9FABE47BC3AA}"/>
          </ac:spMkLst>
        </pc:spChg>
        <pc:spChg chg="mod">
          <ac:chgData name="York, George W CIV USAF USAFA DF/DFEC" userId="1fb5875a-4594-4db2-80fb-f0db3de11280" providerId="ADAL" clId="{09330963-85FD-4C99-A81B-94D0EE5CFFEB}" dt="2026-04-07T21:18:37.994" v="24" actId="14100"/>
          <ac:spMkLst>
            <pc:docMk/>
            <pc:sldMk cId="1501170907" sldId="256"/>
            <ac:spMk id="109" creationId="{A81CABDD-6671-8136-C507-5421CBF47C22}"/>
          </ac:spMkLst>
        </pc:spChg>
        <pc:spChg chg="mod">
          <ac:chgData name="York, George W CIV USAF USAFA DF/DFEC" userId="1fb5875a-4594-4db2-80fb-f0db3de11280" providerId="ADAL" clId="{09330963-85FD-4C99-A81B-94D0EE5CFFEB}" dt="2026-04-07T21:18:37.994" v="24" actId="14100"/>
          <ac:spMkLst>
            <pc:docMk/>
            <pc:sldMk cId="1501170907" sldId="256"/>
            <ac:spMk id="110" creationId="{F182B11B-81F0-C7FD-76B3-7C27A04FAE43}"/>
          </ac:spMkLst>
        </pc:spChg>
        <pc:spChg chg="mod">
          <ac:chgData name="York, George W CIV USAF USAFA DF/DFEC" userId="1fb5875a-4594-4db2-80fb-f0db3de11280" providerId="ADAL" clId="{09330963-85FD-4C99-A81B-94D0EE5CFFEB}" dt="2026-04-07T21:20:41.767" v="43" actId="1076"/>
          <ac:spMkLst>
            <pc:docMk/>
            <pc:sldMk cId="1501170907" sldId="256"/>
            <ac:spMk id="127" creationId="{E8F9A210-9B95-3371-FB33-95617722EA31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40" creationId="{42D03EFD-C681-4EA9-84D6-2D58957476C9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41" creationId="{130DB228-30F1-3EAB-8348-ADF6B84F5227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43" creationId="{28B52DA0-5124-B1DD-6399-E77E9F27E337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54" creationId="{A1848007-5C57-2514-E0D9-E9FAA0E1581E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56" creationId="{8EE68CD5-3828-66D3-CF69-264F08A0AC09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74" creationId="{7519AAD8-ECD9-BCFB-E19F-03D8220E44C3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86" creationId="{4DF51EAB-8861-0396-BAA6-9479806818EB}"/>
          </ac:spMkLst>
        </pc:spChg>
        <pc:spChg chg="add mod">
          <ac:chgData name="York, George W CIV USAF USAFA DF/DFEC" userId="1fb5875a-4594-4db2-80fb-f0db3de11280" providerId="ADAL" clId="{09330963-85FD-4C99-A81B-94D0EE5CFFEB}" dt="2026-03-10T16:47:45.074" v="6"/>
          <ac:spMkLst>
            <pc:docMk/>
            <pc:sldMk cId="1501170907" sldId="256"/>
            <ac:spMk id="187" creationId="{02F76C24-B5A2-EF6E-0213-72D63A9FAEFB}"/>
          </ac:spMkLst>
        </pc:spChg>
        <pc:grpChg chg="add mod">
          <ac:chgData name="York, George W CIV USAF USAFA DF/DFEC" userId="1fb5875a-4594-4db2-80fb-f0db3de11280" providerId="ADAL" clId="{09330963-85FD-4C99-A81B-94D0EE5CFFEB}" dt="2026-03-10T16:47:45.074" v="6"/>
          <ac:grpSpMkLst>
            <pc:docMk/>
            <pc:sldMk cId="1501170907" sldId="256"/>
            <ac:grpSpMk id="131" creationId="{7985B0F1-5D5A-96E1-0D14-965720B89EB9}"/>
          </ac:grpSpMkLst>
        </pc:grpChg>
        <pc:grpChg chg="add mod">
          <ac:chgData name="York, George W CIV USAF USAFA DF/DFEC" userId="1fb5875a-4594-4db2-80fb-f0db3de11280" providerId="ADAL" clId="{09330963-85FD-4C99-A81B-94D0EE5CFFEB}" dt="2026-03-10T16:47:45.074" v="6"/>
          <ac:grpSpMkLst>
            <pc:docMk/>
            <pc:sldMk cId="1501170907" sldId="256"/>
            <ac:grpSpMk id="144" creationId="{668D9262-FD4F-8437-B65A-FF28CF8998C5}"/>
          </ac:grpSpMkLst>
        </pc:grpChg>
        <pc:cxnChg chg="add mod">
          <ac:chgData name="York, George W CIV USAF USAFA DF/DFEC" userId="1fb5875a-4594-4db2-80fb-f0db3de11280" providerId="ADAL" clId="{09330963-85FD-4C99-A81B-94D0EE5CFFEB}" dt="2026-03-10T17:14:37.305" v="17" actId="1076"/>
          <ac:cxnSpMkLst>
            <pc:docMk/>
            <pc:sldMk cId="1501170907" sldId="256"/>
            <ac:cxnSpMk id="26" creationId="{F93FF150-8370-FB86-5E5C-59855FA6B568}"/>
          </ac:cxnSpMkLst>
        </pc:cxnChg>
        <pc:cxnChg chg="mod">
          <ac:chgData name="York, George W CIV USAF USAFA DF/DFEC" userId="1fb5875a-4594-4db2-80fb-f0db3de11280" providerId="ADAL" clId="{09330963-85FD-4C99-A81B-94D0EE5CFFEB}" dt="2026-03-10T17:14:16.193" v="13" actId="1076"/>
          <ac:cxnSpMkLst>
            <pc:docMk/>
            <pc:sldMk cId="1501170907" sldId="256"/>
            <ac:cxnSpMk id="38" creationId="{4D9B3B66-045C-4BC7-2F4D-857D0D686CD3}"/>
          </ac:cxnSpMkLst>
        </pc:cxnChg>
        <pc:cxnChg chg="add mod">
          <ac:chgData name="York, George W CIV USAF USAFA DF/DFEC" userId="1fb5875a-4594-4db2-80fb-f0db3de11280" providerId="ADAL" clId="{09330963-85FD-4C99-A81B-94D0EE5CFFEB}" dt="2026-04-07T21:20:52.576" v="45" actId="1076"/>
          <ac:cxnSpMkLst>
            <pc:docMk/>
            <pc:sldMk cId="1501170907" sldId="256"/>
            <ac:cxnSpMk id="58" creationId="{FC5A1AC6-CF53-3493-56F7-589C74FEA80A}"/>
          </ac:cxnSpMkLst>
        </pc:cxnChg>
        <pc:cxnChg chg="add del mod">
          <ac:chgData name="York, George W CIV USAF USAFA DF/DFEC" userId="1fb5875a-4594-4db2-80fb-f0db3de11280" providerId="ADAL" clId="{09330963-85FD-4C99-A81B-94D0EE5CFFEB}" dt="2026-04-07T21:24:57.993" v="51" actId="478"/>
          <ac:cxnSpMkLst>
            <pc:docMk/>
            <pc:sldMk cId="1501170907" sldId="256"/>
            <ac:cxnSpMk id="61" creationId="{160F255A-AA1C-9C42-A50B-995EFED2120D}"/>
          </ac:cxnSpMkLst>
        </pc:cxnChg>
        <pc:cxnChg chg="add mod">
          <ac:chgData name="York, George W CIV USAF USAFA DF/DFEC" userId="1fb5875a-4594-4db2-80fb-f0db3de11280" providerId="ADAL" clId="{09330963-85FD-4C99-A81B-94D0EE5CFFEB}" dt="2026-04-07T21:41:27.757" v="59" actId="1076"/>
          <ac:cxnSpMkLst>
            <pc:docMk/>
            <pc:sldMk cId="1501170907" sldId="256"/>
            <ac:cxnSpMk id="72" creationId="{4B1579FE-1A01-8122-525C-1BF52DFA00E3}"/>
          </ac:cxnSpMkLst>
        </pc:cxnChg>
        <pc:cxnChg chg="add del mod">
          <ac:chgData name="York, George W CIV USAF USAFA DF/DFEC" userId="1fb5875a-4594-4db2-80fb-f0db3de11280" providerId="ADAL" clId="{09330963-85FD-4C99-A81B-94D0EE5CFFEB}" dt="2026-04-07T21:42:21.595" v="70" actId="478"/>
          <ac:cxnSpMkLst>
            <pc:docMk/>
            <pc:sldMk cId="1501170907" sldId="256"/>
            <ac:cxnSpMk id="75" creationId="{F3F07CC7-3576-96D0-5E9D-2FA4D6604664}"/>
          </ac:cxnSpMkLst>
        </pc:cxnChg>
        <pc:cxnChg chg="add del mod">
          <ac:chgData name="York, George W CIV USAF USAFA DF/DFEC" userId="1fb5875a-4594-4db2-80fb-f0db3de11280" providerId="ADAL" clId="{09330963-85FD-4C99-A81B-94D0EE5CFFEB}" dt="2026-04-07T21:42:23.514" v="71" actId="478"/>
          <ac:cxnSpMkLst>
            <pc:docMk/>
            <pc:sldMk cId="1501170907" sldId="256"/>
            <ac:cxnSpMk id="76" creationId="{E1F4FD1C-64DA-F8D6-BE06-BB885DCFC055}"/>
          </ac:cxnSpMkLst>
        </pc:cxnChg>
        <pc:cxnChg chg="add mod">
          <ac:chgData name="York, George W CIV USAF USAFA DF/DFEC" userId="1fb5875a-4594-4db2-80fb-f0db3de11280" providerId="ADAL" clId="{09330963-85FD-4C99-A81B-94D0EE5CFFEB}" dt="2026-04-07T21:41:45.405" v="62" actId="14100"/>
          <ac:cxnSpMkLst>
            <pc:docMk/>
            <pc:sldMk cId="1501170907" sldId="256"/>
            <ac:cxnSpMk id="77" creationId="{947FAF0E-6260-E911-7037-28D14C3C707B}"/>
          </ac:cxnSpMkLst>
        </pc:cxnChg>
        <pc:cxnChg chg="mod">
          <ac:chgData name="York, George W CIV USAF USAFA DF/DFEC" userId="1fb5875a-4594-4db2-80fb-f0db3de11280" providerId="ADAL" clId="{09330963-85FD-4C99-A81B-94D0EE5CFFEB}" dt="2026-04-07T21:18:37.994" v="24" actId="14100"/>
          <ac:cxnSpMkLst>
            <pc:docMk/>
            <pc:sldMk cId="1501170907" sldId="256"/>
            <ac:cxnSpMk id="108" creationId="{55D04E53-F0F2-CC32-832F-AD990A0BD8D2}"/>
          </ac:cxnSpMkLst>
        </pc:cxnChg>
        <pc:cxnChg chg="mod">
          <ac:chgData name="York, George W CIV USAF USAFA DF/DFEC" userId="1fb5875a-4594-4db2-80fb-f0db3de11280" providerId="ADAL" clId="{09330963-85FD-4C99-A81B-94D0EE5CFFEB}" dt="2026-04-07T21:20:27.308" v="41" actId="208"/>
          <ac:cxnSpMkLst>
            <pc:docMk/>
            <pc:sldMk cId="1501170907" sldId="256"/>
            <ac:cxnSpMk id="118" creationId="{3FFE2C33-996E-7ADF-F9EF-9E2CF7B04F43}"/>
          </ac:cxnSpMkLst>
        </pc:cxnChg>
        <pc:cxnChg chg="mod">
          <ac:chgData name="York, George W CIV USAF USAFA DF/DFEC" userId="1fb5875a-4594-4db2-80fb-f0db3de11280" providerId="ADAL" clId="{09330963-85FD-4C99-A81B-94D0EE5CFFEB}" dt="2026-04-07T21:41:31.559" v="60" actId="1076"/>
          <ac:cxnSpMkLst>
            <pc:docMk/>
            <pc:sldMk cId="1501170907" sldId="256"/>
            <ac:cxnSpMk id="119" creationId="{E7E3730A-42E6-0433-39FD-2ACC0255676D}"/>
          </ac:cxnSpMkLst>
        </pc:cxnChg>
        <pc:cxnChg chg="add mod">
          <ac:chgData name="York, George W CIV USAF USAFA DF/DFEC" userId="1fb5875a-4594-4db2-80fb-f0db3de11280" providerId="ADAL" clId="{09330963-85FD-4C99-A81B-94D0EE5CFFEB}" dt="2026-04-07T21:20:21.699" v="40" actId="208"/>
          <ac:cxnSpMkLst>
            <pc:docMk/>
            <pc:sldMk cId="1501170907" sldId="256"/>
            <ac:cxnSpMk id="120" creationId="{1883FA79-CBE1-81F9-475F-742DC442633A}"/>
          </ac:cxnSpMkLst>
        </pc:cxnChg>
        <pc:cxnChg chg="mod">
          <ac:chgData name="York, George W CIV USAF USAFA DF/DFEC" userId="1fb5875a-4594-4db2-80fb-f0db3de11280" providerId="ADAL" clId="{09330963-85FD-4C99-A81B-94D0EE5CFFEB}" dt="2026-04-07T21:20:09.242" v="38" actId="208"/>
          <ac:cxnSpMkLst>
            <pc:docMk/>
            <pc:sldMk cId="1501170907" sldId="256"/>
            <ac:cxnSpMk id="121" creationId="{D53ADBF7-10DC-5789-46E9-813992762F1C}"/>
          </ac:cxnSpMkLst>
        </pc:cxnChg>
        <pc:cxnChg chg="mod">
          <ac:chgData name="York, George W CIV USAF USAFA DF/DFEC" userId="1fb5875a-4594-4db2-80fb-f0db3de11280" providerId="ADAL" clId="{09330963-85FD-4C99-A81B-94D0EE5CFFEB}" dt="2026-04-07T21:20:15.198" v="39" actId="208"/>
          <ac:cxnSpMkLst>
            <pc:docMk/>
            <pc:sldMk cId="1501170907" sldId="256"/>
            <ac:cxnSpMk id="122" creationId="{47FF72DD-5839-7297-77B0-F5EC466118C5}"/>
          </ac:cxnSpMkLst>
        </pc:cxnChg>
        <pc:cxnChg chg="mod">
          <ac:chgData name="York, George W CIV USAF USAFA DF/DFEC" userId="1fb5875a-4594-4db2-80fb-f0db3de11280" providerId="ADAL" clId="{09330963-85FD-4C99-A81B-94D0EE5CFFEB}" dt="2026-04-07T21:20:03.539" v="37" actId="208"/>
          <ac:cxnSpMkLst>
            <pc:docMk/>
            <pc:sldMk cId="1501170907" sldId="256"/>
            <ac:cxnSpMk id="123" creationId="{61CB085F-EFA5-81F0-171A-B0F01423DFC7}"/>
          </ac:cxnSpMkLst>
        </pc:cxnChg>
        <pc:cxnChg chg="mod">
          <ac:chgData name="York, George W CIV USAF USAFA DF/DFEC" userId="1fb5875a-4594-4db2-80fb-f0db3de11280" providerId="ADAL" clId="{09330963-85FD-4C99-A81B-94D0EE5CFFEB}" dt="2026-04-07T21:19:57.574" v="36" actId="208"/>
          <ac:cxnSpMkLst>
            <pc:docMk/>
            <pc:sldMk cId="1501170907" sldId="256"/>
            <ac:cxnSpMk id="124" creationId="{A7AA200C-FCA9-EE26-397A-A699E5A6646F}"/>
          </ac:cxnSpMkLst>
        </pc:cxnChg>
        <pc:cxnChg chg="mod">
          <ac:chgData name="York, George W CIV USAF USAFA DF/DFEC" userId="1fb5875a-4594-4db2-80fb-f0db3de11280" providerId="ADAL" clId="{09330963-85FD-4C99-A81B-94D0EE5CFFEB}" dt="2026-04-07T21:18:37.994" v="24" actId="14100"/>
          <ac:cxnSpMkLst>
            <pc:docMk/>
            <pc:sldMk cId="1501170907" sldId="256"/>
            <ac:cxnSpMk id="125" creationId="{EC42D385-1455-5F7D-5DE9-63C32D5B7E54}"/>
          </ac:cxnSpMkLst>
        </pc:cxnChg>
        <pc:cxnChg chg="mod">
          <ac:chgData name="York, George W CIV USAF USAFA DF/DFEC" userId="1fb5875a-4594-4db2-80fb-f0db3de11280" providerId="ADAL" clId="{09330963-85FD-4C99-A81B-94D0EE5CFFEB}" dt="2026-04-07T21:41:35.047" v="61" actId="14100"/>
          <ac:cxnSpMkLst>
            <pc:docMk/>
            <pc:sldMk cId="1501170907" sldId="256"/>
            <ac:cxnSpMk id="128" creationId="{2FF7584B-44F4-AC4F-1A2B-A5EEAC3183AF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6:48:05.976" v="8"/>
          <ac:cxnSpMkLst>
            <pc:docMk/>
            <pc:sldMk cId="1501170907" sldId="256"/>
            <ac:cxnSpMk id="189" creationId="{4F79E217-E351-6707-29A8-684823FCD841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6:48:05.976" v="8"/>
          <ac:cxnSpMkLst>
            <pc:docMk/>
            <pc:sldMk cId="1501170907" sldId="256"/>
            <ac:cxnSpMk id="190" creationId="{88E60B1A-8F9F-F801-EE6D-5051B5DDD7FD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93299-5041-75C6-017B-30BC5A7703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D5B8DF-234E-2565-8A74-EC4222DD8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057E2-614B-D8D3-DAFD-EB72441E8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690C6-9279-0175-F287-5CC57F0F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997C7-E9F4-F1AF-9589-55C8A58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315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C697-D311-D3F4-746D-9512D58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9517B-7E5A-43C5-AFA7-CA8FAD4DD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51C59-7FDA-699E-57AD-CD4F8B7B5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33E41-82A1-9D05-F8BB-7CBEB4AE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5BC14-12CB-B85A-903B-B6B3E5C79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71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FBDC1-63DB-A261-8B23-4DB5378B6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65E3A-3EBC-4A5E-B2B6-C98ADB887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56D6BF-0ABC-0A1E-2556-6181195E5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CF61C-418D-55F8-1B7C-FE7BEF28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E840A-E96E-07C4-96F6-A07EDA8D3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956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1E5CC-0588-6BDA-D14C-7841AE21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9EAD0-6884-D842-3703-5940E1F302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165D7-E4D0-6E62-7410-8DD685ED13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37052-AB9E-16C3-06EB-11FD36635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0E6E59-D0C1-59C6-AECF-05F568FA3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6E6FBB-64A9-ACBE-39EC-C8D5F230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511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3D773-A9B5-CAE2-7A49-D74CDCCD9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D8187-78C8-5A5F-AA62-B2B189686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4D96B-C717-D46C-BA87-BE57D3E584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4135A0-3376-3CEC-BE24-0142BE8DBE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C3AC10-421B-C35A-B933-38881A6F5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37917C-0CC4-4F40-CED8-E47FEAF9F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DFAFCF-F24B-F467-EE20-6295A7E0C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67A846-92AC-6BF7-0A06-104B81E3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01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CAF6E-DCF2-8CBC-0A12-19FBFECE0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1BD701-32A0-96D1-647C-B494D928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753AA-0B6F-1296-7C13-668735B26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3892D3-3E5D-4D55-9820-26F146551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379F85-5DE8-E547-90AD-EA619EAF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9E778A-56AF-B474-3FA7-E1C69EC04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F13C4-15EC-1F25-AA88-0E7F792C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932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0C723-D383-8BBE-4335-E9AC5A8A5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8FEE8-EA2C-0896-1608-DD49A5F88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A10344-FE72-8D2C-2A7A-98D16F422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F8B27-B0FB-3AC9-EE50-116F5890B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0BE820-C4D0-A9B9-3984-64D0AEFD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1FF1BD-E095-E09D-35E0-8B5632EE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90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0EAEC-5F14-6769-2CA4-40366A78D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DC298D-F147-E7D7-A1EB-D18A0AE668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660A7D-1C77-2BB1-E9DF-A6BFBADA0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0A765-EAFF-C2C5-315F-08EA81987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76CCC-11A5-2B7F-114C-9486DDFA0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B36D6A-8D27-FCE0-0A3F-E85DD5B5C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49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82B3E-D736-AF83-EE9F-13F94B5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EFD6A-15AB-A3D9-68C9-10A1DA0FE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1C672-7AE0-6E8E-C3A7-6298D90DD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8457A-275A-9FF2-74DF-D9ECDF2D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0FC87-DE10-893D-ED45-023BD9C81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031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E2E4A7-F30E-A229-C8B2-EFAA9BEB1E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D79462-7BAC-5207-FD65-DA6583A52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860B-1B0A-B930-D2DD-993523E71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FC0B7-78D5-E67F-FC88-5D255F29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F8B40-7A68-DFDB-BD83-6B27D6BB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01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1CEFFF-13F7-262B-B970-735F2F0D4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74BEF5-8A79-A960-F86F-B92A2C4A2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2C7EF-1281-E6F3-8101-E7427E5E50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AFF834-1BEC-4F95-9622-28B5DCC1FE16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DAC2B-E565-9204-1CEB-303278FA4A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88FD1-1743-4E35-DD86-376C42FB33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391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55267A-D19E-887C-DE49-0FCC56FF700B}"/>
              </a:ext>
            </a:extLst>
          </p:cNvPr>
          <p:cNvSpPr txBox="1"/>
          <p:nvPr/>
        </p:nvSpPr>
        <p:spPr>
          <a:xfrm>
            <a:off x="3825240" y="82040"/>
            <a:ext cx="4810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Stage 3. RISC-V 5-cycle Pipeline Architecture</a:t>
            </a:r>
          </a:p>
          <a:p>
            <a:pPr algn="ctr"/>
            <a:r>
              <a:rPr lang="en-US" sz="1200" b="1" dirty="0"/>
              <a:t>NOPs to prevent hazards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224797-49E0-B67E-FC03-3154A41834EF}"/>
              </a:ext>
            </a:extLst>
          </p:cNvPr>
          <p:cNvSpPr txBox="1"/>
          <p:nvPr/>
        </p:nvSpPr>
        <p:spPr>
          <a:xfrm>
            <a:off x="389615" y="591970"/>
            <a:ext cx="1556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Instruction Fetch (IF)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02132D-A974-B4EB-7900-F8BED8A09AB0}"/>
              </a:ext>
            </a:extLst>
          </p:cNvPr>
          <p:cNvSpPr txBox="1"/>
          <p:nvPr/>
        </p:nvSpPr>
        <p:spPr>
          <a:xfrm>
            <a:off x="3072930" y="623773"/>
            <a:ext cx="18140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Instruction Decode (ID) /</a:t>
            </a:r>
          </a:p>
          <a:p>
            <a:pPr algn="ctr"/>
            <a:r>
              <a:rPr lang="en-US" sz="1200" dirty="0"/>
              <a:t>Register Fetch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2FF47-5A2B-0305-FCBA-6E39C9831663}"/>
              </a:ext>
            </a:extLst>
          </p:cNvPr>
          <p:cNvSpPr txBox="1"/>
          <p:nvPr/>
        </p:nvSpPr>
        <p:spPr>
          <a:xfrm>
            <a:off x="5804838" y="607871"/>
            <a:ext cx="1090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Execute (EX) /</a:t>
            </a:r>
          </a:p>
          <a:p>
            <a:pPr algn="ctr"/>
            <a:r>
              <a:rPr lang="en-US" sz="1200" dirty="0"/>
              <a:t>Address Calc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752A1-6D5B-3A06-E499-B8A91491317E}"/>
              </a:ext>
            </a:extLst>
          </p:cNvPr>
          <p:cNvSpPr txBox="1"/>
          <p:nvPr/>
        </p:nvSpPr>
        <p:spPr>
          <a:xfrm>
            <a:off x="7813021" y="591969"/>
            <a:ext cx="1693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Memory Access (MEM)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80E26C-B122-EBF8-1BAE-F14C52F6765D}"/>
              </a:ext>
            </a:extLst>
          </p:cNvPr>
          <p:cNvSpPr txBox="1"/>
          <p:nvPr/>
        </p:nvSpPr>
        <p:spPr>
          <a:xfrm>
            <a:off x="10341685" y="591969"/>
            <a:ext cx="1255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Write Back (WB)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CBA6833-C633-E5C9-7E4C-C120C994AEAE}"/>
              </a:ext>
            </a:extLst>
          </p:cNvPr>
          <p:cNvCxnSpPr>
            <a:cxnSpLocks/>
          </p:cNvCxnSpPr>
          <p:nvPr/>
        </p:nvCxnSpPr>
        <p:spPr>
          <a:xfrm flipH="1">
            <a:off x="2495383" y="993913"/>
            <a:ext cx="1327" cy="30532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C90484-36CB-4907-076A-02E3D3D32D1E}"/>
              </a:ext>
            </a:extLst>
          </p:cNvPr>
          <p:cNvCxnSpPr/>
          <p:nvPr/>
        </p:nvCxnSpPr>
        <p:spPr>
          <a:xfrm>
            <a:off x="5364030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260DFE6-5315-9AC9-190B-7C588133F608}"/>
              </a:ext>
            </a:extLst>
          </p:cNvPr>
          <p:cNvCxnSpPr/>
          <p:nvPr/>
        </p:nvCxnSpPr>
        <p:spPr>
          <a:xfrm>
            <a:off x="7419073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5519404-0CCB-B1DC-032D-7F61334BD5A1}"/>
              </a:ext>
            </a:extLst>
          </p:cNvPr>
          <p:cNvCxnSpPr/>
          <p:nvPr/>
        </p:nvCxnSpPr>
        <p:spPr>
          <a:xfrm>
            <a:off x="9926603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1C8A5-1E03-D3EE-A0CD-31E6BF30CE41}"/>
              </a:ext>
            </a:extLst>
          </p:cNvPr>
          <p:cNvSpPr/>
          <p:nvPr/>
        </p:nvSpPr>
        <p:spPr>
          <a:xfrm>
            <a:off x="389615" y="2231217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D1EBFC-D10E-E8FA-702E-C2055631644E}"/>
              </a:ext>
            </a:extLst>
          </p:cNvPr>
          <p:cNvSpPr txBox="1"/>
          <p:nvPr/>
        </p:nvSpPr>
        <p:spPr>
          <a:xfrm>
            <a:off x="367821" y="2540560"/>
            <a:ext cx="3465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PC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2E83A9E-00CB-A2F8-9F98-DB66FE846D2B}"/>
              </a:ext>
            </a:extLst>
          </p:cNvPr>
          <p:cNvGrpSpPr/>
          <p:nvPr/>
        </p:nvGrpSpPr>
        <p:grpSpPr>
          <a:xfrm>
            <a:off x="1216534" y="1593543"/>
            <a:ext cx="292770" cy="637674"/>
            <a:chOff x="1074820" y="1507958"/>
            <a:chExt cx="292770" cy="63767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A9A5B-CB84-2EB0-E546-86EC440B72D5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E5C77C1-9CF9-1E16-50F7-97165BEA36DD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4B8CDA6-2762-C4F5-462F-1DFB1F8AD3FF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02FE24B-5DF0-F485-4D3C-1274E51657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95975B7-C231-726E-F036-03E868A2B0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8EF4851-5EED-A8DF-0BFA-2D36255F2F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E1BB0F-7F44-AAB3-DDC6-D559EF8CF86E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79250-CCA9-E70F-BB44-4BF6A6DFE9DB}"/>
              </a:ext>
            </a:extLst>
          </p:cNvPr>
          <p:cNvSpPr/>
          <p:nvPr/>
        </p:nvSpPr>
        <p:spPr>
          <a:xfrm>
            <a:off x="993600" y="2434882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71C18F-2509-EE4D-4CCF-671D6132B81A}"/>
              </a:ext>
            </a:extLst>
          </p:cNvPr>
          <p:cNvSpPr txBox="1"/>
          <p:nvPr/>
        </p:nvSpPr>
        <p:spPr>
          <a:xfrm>
            <a:off x="938494" y="2649457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Instruction</a:t>
            </a:r>
          </a:p>
          <a:p>
            <a:pPr algn="ctr"/>
            <a:r>
              <a:rPr lang="en-US" sz="1000" dirty="0"/>
              <a:t>Memory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62F0744-F252-2E57-E70D-46D638EDC959}"/>
              </a:ext>
            </a:extLst>
          </p:cNvPr>
          <p:cNvSpPr/>
          <p:nvPr/>
        </p:nvSpPr>
        <p:spPr>
          <a:xfrm>
            <a:off x="1833297" y="2434882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6E3533-5E8E-745F-D8F5-A23CE9ABD26D}"/>
              </a:ext>
            </a:extLst>
          </p:cNvPr>
          <p:cNvSpPr txBox="1"/>
          <p:nvPr/>
        </p:nvSpPr>
        <p:spPr>
          <a:xfrm>
            <a:off x="1841005" y="2744225"/>
            <a:ext cx="29527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E2B66EC-2BE1-E44E-7373-F40AC05C62C6}"/>
              </a:ext>
            </a:extLst>
          </p:cNvPr>
          <p:cNvSpPr/>
          <p:nvPr/>
        </p:nvSpPr>
        <p:spPr>
          <a:xfrm>
            <a:off x="1845675" y="1476772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1A2BC1-FBC0-F6F1-4CF7-DA1BFBA2B724}"/>
              </a:ext>
            </a:extLst>
          </p:cNvPr>
          <p:cNvSpPr txBox="1"/>
          <p:nvPr/>
        </p:nvSpPr>
        <p:spPr>
          <a:xfrm>
            <a:off x="1778799" y="1796717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NPC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985C22F-9117-9276-318F-953E57303C7F}"/>
              </a:ext>
            </a:extLst>
          </p:cNvPr>
          <p:cNvCxnSpPr/>
          <p:nvPr/>
        </p:nvCxnSpPr>
        <p:spPr>
          <a:xfrm>
            <a:off x="1038726" y="2124938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EFB51DF-C201-E15E-5AC3-33F19BCD98C8}"/>
              </a:ext>
            </a:extLst>
          </p:cNvPr>
          <p:cNvSpPr txBox="1"/>
          <p:nvPr/>
        </p:nvSpPr>
        <p:spPr>
          <a:xfrm>
            <a:off x="835816" y="1998958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4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0DC1730-2DC8-EE14-BF4C-B0BDADDC0FF1}"/>
              </a:ext>
            </a:extLst>
          </p:cNvPr>
          <p:cNvCxnSpPr/>
          <p:nvPr/>
        </p:nvCxnSpPr>
        <p:spPr>
          <a:xfrm>
            <a:off x="1038726" y="169982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9943FA-4B6F-768D-06C0-4089702D09F7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1508373" y="1909227"/>
            <a:ext cx="337302" cy="1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2E7DC4-844A-C5EA-DE17-84B5DF7297B8}"/>
              </a:ext>
            </a:extLst>
          </p:cNvPr>
          <p:cNvCxnSpPr/>
          <p:nvPr/>
        </p:nvCxnSpPr>
        <p:spPr>
          <a:xfrm>
            <a:off x="1663197" y="286669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49D7864-D93C-BF99-66FF-D2C4F2C00D63}"/>
              </a:ext>
            </a:extLst>
          </p:cNvPr>
          <p:cNvCxnSpPr>
            <a:cxnSpLocks/>
          </p:cNvCxnSpPr>
          <p:nvPr/>
        </p:nvCxnSpPr>
        <p:spPr>
          <a:xfrm>
            <a:off x="692597" y="2702044"/>
            <a:ext cx="2988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242732E-8C7A-B59A-A71F-EE6E1C3473D7}"/>
              </a:ext>
            </a:extLst>
          </p:cNvPr>
          <p:cNvCxnSpPr/>
          <p:nvPr/>
        </p:nvCxnSpPr>
        <p:spPr>
          <a:xfrm>
            <a:off x="791700" y="1699822"/>
            <a:ext cx="0" cy="10022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8974812-60ED-4172-D124-4A8113D87693}"/>
              </a:ext>
            </a:extLst>
          </p:cNvPr>
          <p:cNvCxnSpPr/>
          <p:nvPr/>
        </p:nvCxnSpPr>
        <p:spPr>
          <a:xfrm flipH="1">
            <a:off x="790074" y="1699822"/>
            <a:ext cx="2486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051380C-7AC3-E614-919E-D239B7148F90}"/>
              </a:ext>
            </a:extLst>
          </p:cNvPr>
          <p:cNvCxnSpPr/>
          <p:nvPr/>
        </p:nvCxnSpPr>
        <p:spPr>
          <a:xfrm>
            <a:off x="211807" y="270204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43D81353-E0D4-11A6-8251-372780A9E3C4}"/>
              </a:ext>
            </a:extLst>
          </p:cNvPr>
          <p:cNvSpPr/>
          <p:nvPr/>
        </p:nvSpPr>
        <p:spPr>
          <a:xfrm>
            <a:off x="934567" y="4047113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E8D0138-4B77-FFA4-8FF2-FD84E92B36C9}"/>
              </a:ext>
            </a:extLst>
          </p:cNvPr>
          <p:cNvSpPr txBox="1"/>
          <p:nvPr/>
        </p:nvSpPr>
        <p:spPr>
          <a:xfrm>
            <a:off x="972437" y="4261688"/>
            <a:ext cx="6030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Control</a:t>
            </a:r>
          </a:p>
          <a:p>
            <a:pPr algn="ctr"/>
            <a:r>
              <a:rPr lang="en-US" sz="1000" dirty="0"/>
              <a:t>Unit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0E5928D-8B59-DB64-4689-8B8A1D94A22C}"/>
              </a:ext>
            </a:extLst>
          </p:cNvPr>
          <p:cNvSpPr/>
          <p:nvPr/>
        </p:nvSpPr>
        <p:spPr>
          <a:xfrm>
            <a:off x="1852163" y="496552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7C1290-2996-9401-3AC2-06CF5A8F9D57}"/>
              </a:ext>
            </a:extLst>
          </p:cNvPr>
          <p:cNvSpPr txBox="1"/>
          <p:nvPr/>
        </p:nvSpPr>
        <p:spPr>
          <a:xfrm>
            <a:off x="1774264" y="5143452"/>
            <a:ext cx="458780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  <a:p>
            <a:pPr algn="ctr"/>
            <a:r>
              <a:rPr lang="en-US" sz="900" dirty="0"/>
              <a:t>CNTL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2D0DCE7-42C6-8F85-8B9C-A00EF9724EBB}"/>
              </a:ext>
            </a:extLst>
          </p:cNvPr>
          <p:cNvCxnSpPr/>
          <p:nvPr/>
        </p:nvCxnSpPr>
        <p:spPr>
          <a:xfrm>
            <a:off x="762440" y="4519030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458AD97-7803-3315-AF03-8F40DF1BD335}"/>
              </a:ext>
            </a:extLst>
          </p:cNvPr>
          <p:cNvCxnSpPr/>
          <p:nvPr/>
        </p:nvCxnSpPr>
        <p:spPr>
          <a:xfrm>
            <a:off x="2155145" y="5377092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2F3C86-53F2-D75C-D209-C94C59ADC93E}"/>
              </a:ext>
            </a:extLst>
          </p:cNvPr>
          <p:cNvCxnSpPr>
            <a:cxnSpLocks/>
          </p:cNvCxnSpPr>
          <p:nvPr/>
        </p:nvCxnSpPr>
        <p:spPr>
          <a:xfrm>
            <a:off x="1622289" y="5254830"/>
            <a:ext cx="2298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5DE6B25-B7FD-82FD-51BE-1AB615A6B635}"/>
              </a:ext>
            </a:extLst>
          </p:cNvPr>
          <p:cNvCxnSpPr>
            <a:stCxn id="43" idx="3"/>
          </p:cNvCxnSpPr>
          <p:nvPr/>
        </p:nvCxnSpPr>
        <p:spPr>
          <a:xfrm flipV="1">
            <a:off x="2136279" y="2866694"/>
            <a:ext cx="149721" cy="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57589EA-2600-0EE7-5D7E-FFA354A03D39}"/>
              </a:ext>
            </a:extLst>
          </p:cNvPr>
          <p:cNvCxnSpPr>
            <a:cxnSpLocks/>
          </p:cNvCxnSpPr>
          <p:nvPr/>
        </p:nvCxnSpPr>
        <p:spPr>
          <a:xfrm>
            <a:off x="762440" y="3685674"/>
            <a:ext cx="0" cy="206772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5633958-DAF6-D732-2373-3901093A51FA}"/>
              </a:ext>
            </a:extLst>
          </p:cNvPr>
          <p:cNvCxnSpPr>
            <a:cxnSpLocks/>
          </p:cNvCxnSpPr>
          <p:nvPr/>
        </p:nvCxnSpPr>
        <p:spPr>
          <a:xfrm>
            <a:off x="762440" y="3677653"/>
            <a:ext cx="1523560" cy="802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B6F7810-982D-2B77-AC93-0E1947AF6544}"/>
              </a:ext>
            </a:extLst>
          </p:cNvPr>
          <p:cNvCxnSpPr>
            <a:cxnSpLocks/>
          </p:cNvCxnSpPr>
          <p:nvPr/>
        </p:nvCxnSpPr>
        <p:spPr>
          <a:xfrm>
            <a:off x="2286000" y="2445713"/>
            <a:ext cx="0" cy="123996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54A266D-F4C6-7070-9203-F459E46AE102}"/>
              </a:ext>
            </a:extLst>
          </p:cNvPr>
          <p:cNvCxnSpPr>
            <a:cxnSpLocks/>
          </p:cNvCxnSpPr>
          <p:nvPr/>
        </p:nvCxnSpPr>
        <p:spPr>
          <a:xfrm>
            <a:off x="1620962" y="4519030"/>
            <a:ext cx="38293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5E3C8FC-BB27-8EAD-AA8B-33B131880EBA}"/>
              </a:ext>
            </a:extLst>
          </p:cNvPr>
          <p:cNvSpPr/>
          <p:nvPr/>
        </p:nvSpPr>
        <p:spPr>
          <a:xfrm>
            <a:off x="3395182" y="2230495"/>
            <a:ext cx="865785" cy="124341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333EE89-68AF-712F-BEF3-4270A403DD6C}"/>
              </a:ext>
            </a:extLst>
          </p:cNvPr>
          <p:cNvSpPr txBox="1"/>
          <p:nvPr/>
        </p:nvSpPr>
        <p:spPr>
          <a:xfrm>
            <a:off x="3487888" y="2199492"/>
            <a:ext cx="699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Registers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1AE12B1-7545-1454-6C3C-AB92CE68BA32}"/>
              </a:ext>
            </a:extLst>
          </p:cNvPr>
          <p:cNvSpPr txBox="1"/>
          <p:nvPr/>
        </p:nvSpPr>
        <p:spPr>
          <a:xfrm>
            <a:off x="3337743" y="2425065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D30ED51-6ECC-1E79-E116-A0B4491B4CEE}"/>
              </a:ext>
            </a:extLst>
          </p:cNvPr>
          <p:cNvSpPr txBox="1"/>
          <p:nvPr/>
        </p:nvSpPr>
        <p:spPr>
          <a:xfrm>
            <a:off x="3330036" y="2638129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272481-4C37-B8F1-EC3A-AFDE741A0241}"/>
              </a:ext>
            </a:extLst>
          </p:cNvPr>
          <p:cNvSpPr txBox="1"/>
          <p:nvPr/>
        </p:nvSpPr>
        <p:spPr>
          <a:xfrm>
            <a:off x="3344357" y="2856477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561CD7D-9C78-AF40-DA46-A961D099BBAC}"/>
              </a:ext>
            </a:extLst>
          </p:cNvPr>
          <p:cNvSpPr txBox="1"/>
          <p:nvPr/>
        </p:nvSpPr>
        <p:spPr>
          <a:xfrm>
            <a:off x="3333331" y="3078570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B7A2420-3BF4-06F5-C94F-24FA12BE23C4}"/>
              </a:ext>
            </a:extLst>
          </p:cNvPr>
          <p:cNvSpPr txBox="1"/>
          <p:nvPr/>
        </p:nvSpPr>
        <p:spPr>
          <a:xfrm>
            <a:off x="3843596" y="2602555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3E35CA-0236-A05F-53D0-1E8A84D64527}"/>
              </a:ext>
            </a:extLst>
          </p:cNvPr>
          <p:cNvSpPr txBox="1"/>
          <p:nvPr/>
        </p:nvSpPr>
        <p:spPr>
          <a:xfrm>
            <a:off x="3836982" y="2865215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54430F1D-2781-5846-8B40-4AA2EF16F7DF}"/>
              </a:ext>
            </a:extLst>
          </p:cNvPr>
          <p:cNvCxnSpPr>
            <a:cxnSpLocks/>
          </p:cNvCxnSpPr>
          <p:nvPr/>
        </p:nvCxnSpPr>
        <p:spPr>
          <a:xfrm flipV="1">
            <a:off x="4258959" y="2971893"/>
            <a:ext cx="1433720" cy="87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2BF0F484-4DF4-2533-8B03-F090046F1463}"/>
              </a:ext>
            </a:extLst>
          </p:cNvPr>
          <p:cNvCxnSpPr>
            <a:cxnSpLocks/>
          </p:cNvCxnSpPr>
          <p:nvPr/>
        </p:nvCxnSpPr>
        <p:spPr>
          <a:xfrm flipV="1">
            <a:off x="2286000" y="2540481"/>
            <a:ext cx="1108177" cy="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773D457-1D45-45DC-597B-F39E1DA08775}"/>
              </a:ext>
            </a:extLst>
          </p:cNvPr>
          <p:cNvCxnSpPr>
            <a:cxnSpLocks/>
          </p:cNvCxnSpPr>
          <p:nvPr/>
        </p:nvCxnSpPr>
        <p:spPr>
          <a:xfrm>
            <a:off x="2286000" y="2753545"/>
            <a:ext cx="11016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7B65014-ADFF-C974-2427-EBBA0A442924}"/>
              </a:ext>
            </a:extLst>
          </p:cNvPr>
          <p:cNvCxnSpPr>
            <a:cxnSpLocks/>
          </p:cNvCxnSpPr>
          <p:nvPr/>
        </p:nvCxnSpPr>
        <p:spPr>
          <a:xfrm>
            <a:off x="2286000" y="2971893"/>
            <a:ext cx="1102156" cy="2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A9A0FA7-729C-BA90-755B-B07A92FEFF53}"/>
              </a:ext>
            </a:extLst>
          </p:cNvPr>
          <p:cNvSpPr txBox="1"/>
          <p:nvPr/>
        </p:nvSpPr>
        <p:spPr>
          <a:xfrm>
            <a:off x="3337743" y="3251607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reg_write</a:t>
            </a:r>
            <a:endParaRPr lang="en-US" sz="900" dirty="0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377C039-2182-654F-6A35-40B8C3B82901}"/>
              </a:ext>
            </a:extLst>
          </p:cNvPr>
          <p:cNvCxnSpPr>
            <a:cxnSpLocks/>
          </p:cNvCxnSpPr>
          <p:nvPr/>
        </p:nvCxnSpPr>
        <p:spPr>
          <a:xfrm>
            <a:off x="3072930" y="3193986"/>
            <a:ext cx="314709" cy="1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76640488-7F74-ACFA-C3D7-F537C70A09BF}"/>
              </a:ext>
            </a:extLst>
          </p:cNvPr>
          <p:cNvSpPr/>
          <p:nvPr/>
        </p:nvSpPr>
        <p:spPr>
          <a:xfrm>
            <a:off x="943500" y="5117831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EFE176C-F8AC-D0A4-16C8-9E5D45E76EEA}"/>
              </a:ext>
            </a:extLst>
          </p:cNvPr>
          <p:cNvSpPr txBox="1"/>
          <p:nvPr/>
        </p:nvSpPr>
        <p:spPr>
          <a:xfrm>
            <a:off x="1001819" y="5137718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funct3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6E242FA-A035-C849-18B8-46769A45A7CC}"/>
              </a:ext>
            </a:extLst>
          </p:cNvPr>
          <p:cNvCxnSpPr/>
          <p:nvPr/>
        </p:nvCxnSpPr>
        <p:spPr>
          <a:xfrm>
            <a:off x="765692" y="525605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072AB9E-03D5-1BB6-662D-CF697E282081}"/>
              </a:ext>
            </a:extLst>
          </p:cNvPr>
          <p:cNvCxnSpPr>
            <a:cxnSpLocks/>
          </p:cNvCxnSpPr>
          <p:nvPr/>
        </p:nvCxnSpPr>
        <p:spPr>
          <a:xfrm>
            <a:off x="1620962" y="5624289"/>
            <a:ext cx="231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BBC265-9F36-86B1-82C4-3FDAB7F4F15B}"/>
              </a:ext>
            </a:extLst>
          </p:cNvPr>
          <p:cNvSpPr/>
          <p:nvPr/>
        </p:nvSpPr>
        <p:spPr>
          <a:xfrm>
            <a:off x="942173" y="5487290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9FF6F2F-B91C-1D7F-98CB-28D8B2F4EF02}"/>
              </a:ext>
            </a:extLst>
          </p:cNvPr>
          <p:cNvSpPr txBox="1"/>
          <p:nvPr/>
        </p:nvSpPr>
        <p:spPr>
          <a:xfrm>
            <a:off x="1000492" y="5507177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funct7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2126D306-46DD-18FB-80A1-6346D00C5885}"/>
              </a:ext>
            </a:extLst>
          </p:cNvPr>
          <p:cNvCxnSpPr/>
          <p:nvPr/>
        </p:nvCxnSpPr>
        <p:spPr>
          <a:xfrm>
            <a:off x="764365" y="5625513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D7619A53-5593-55CA-7ECB-A72DC2C2AB4D}"/>
              </a:ext>
            </a:extLst>
          </p:cNvPr>
          <p:cNvCxnSpPr/>
          <p:nvPr/>
        </p:nvCxnSpPr>
        <p:spPr>
          <a:xfrm flipH="1">
            <a:off x="1803638" y="4454260"/>
            <a:ext cx="77899" cy="1295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8F9A210-9B95-3371-FB33-95617722EA31}"/>
              </a:ext>
            </a:extLst>
          </p:cNvPr>
          <p:cNvSpPr txBox="1"/>
          <p:nvPr/>
        </p:nvSpPr>
        <p:spPr>
          <a:xfrm>
            <a:off x="1688197" y="4330630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7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79F83E5-4EE5-7034-134B-A22F1EA7ED48}"/>
              </a:ext>
            </a:extLst>
          </p:cNvPr>
          <p:cNvSpPr/>
          <p:nvPr/>
        </p:nvSpPr>
        <p:spPr>
          <a:xfrm>
            <a:off x="3806753" y="3923507"/>
            <a:ext cx="865785" cy="460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31A3BDE-0FB4-6B4D-C6C0-53B6E6178991}"/>
              </a:ext>
            </a:extLst>
          </p:cNvPr>
          <p:cNvSpPr txBox="1"/>
          <p:nvPr/>
        </p:nvSpPr>
        <p:spPr>
          <a:xfrm>
            <a:off x="3755993" y="3892504"/>
            <a:ext cx="9861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Sign Extension</a:t>
            </a:r>
          </a:p>
          <a:p>
            <a:pPr algn="ctr"/>
            <a:endParaRPr lang="en-US" sz="10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8F3F7A3-DBC8-6819-227D-49A14F7C2B32}"/>
              </a:ext>
            </a:extLst>
          </p:cNvPr>
          <p:cNvSpPr txBox="1"/>
          <p:nvPr/>
        </p:nvSpPr>
        <p:spPr>
          <a:xfrm>
            <a:off x="4311792" y="4099798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8E5AF114-E674-2C84-7A79-4F931C99BC05}"/>
              </a:ext>
            </a:extLst>
          </p:cNvPr>
          <p:cNvCxnSpPr>
            <a:cxnSpLocks/>
          </p:cNvCxnSpPr>
          <p:nvPr/>
        </p:nvCxnSpPr>
        <p:spPr>
          <a:xfrm>
            <a:off x="2639349" y="4253940"/>
            <a:ext cx="1167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1691EF3B-B49C-E8C7-89F0-04E2CEA7B43B}"/>
              </a:ext>
            </a:extLst>
          </p:cNvPr>
          <p:cNvCxnSpPr>
            <a:cxnSpLocks/>
          </p:cNvCxnSpPr>
          <p:nvPr/>
        </p:nvCxnSpPr>
        <p:spPr>
          <a:xfrm>
            <a:off x="2639349" y="3251607"/>
            <a:ext cx="0" cy="10147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5752E8FD-FCF1-9D02-67ED-6A11A8F587F0}"/>
              </a:ext>
            </a:extLst>
          </p:cNvPr>
          <p:cNvGrpSpPr/>
          <p:nvPr/>
        </p:nvGrpSpPr>
        <p:grpSpPr>
          <a:xfrm>
            <a:off x="6110717" y="2579087"/>
            <a:ext cx="292770" cy="637674"/>
            <a:chOff x="1074820" y="1507958"/>
            <a:chExt cx="292770" cy="637674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AE6683E5-928D-AB96-A3C8-DEC33C618891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CE4609D8-A94B-A3DB-2632-7D450EB3848B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07AFA4A0-2F6D-9E76-0439-2A01EEA85067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8A4FC6B1-A44C-6281-D85D-C5C51598C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42B163E-9323-7661-DF34-CB6D477574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25C970A2-F2EE-D728-1CB9-78DB718BD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527F439A-417F-3E0B-45D2-E46978701714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214633A4-1B5E-0733-F51C-E4102BBAD162}"/>
              </a:ext>
            </a:extLst>
          </p:cNvPr>
          <p:cNvCxnSpPr/>
          <p:nvPr/>
        </p:nvCxnSpPr>
        <p:spPr>
          <a:xfrm>
            <a:off x="5932909" y="311048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2A3FC5E-0887-17BA-3438-BBB91A074EC2}"/>
              </a:ext>
            </a:extLst>
          </p:cNvPr>
          <p:cNvCxnSpPr>
            <a:cxnSpLocks/>
          </p:cNvCxnSpPr>
          <p:nvPr/>
        </p:nvCxnSpPr>
        <p:spPr>
          <a:xfrm flipV="1">
            <a:off x="4258959" y="2685366"/>
            <a:ext cx="1851758" cy="166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64A453BE-6D86-FC77-F0DF-48F06E318EFA}"/>
              </a:ext>
            </a:extLst>
          </p:cNvPr>
          <p:cNvGrpSpPr/>
          <p:nvPr/>
        </p:nvGrpSpPr>
        <p:grpSpPr>
          <a:xfrm>
            <a:off x="5687559" y="2837199"/>
            <a:ext cx="234557" cy="529824"/>
            <a:chOff x="6175096" y="3854324"/>
            <a:chExt cx="144932" cy="375881"/>
          </a:xfrm>
        </p:grpSpPr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674FCEC5-7FFF-CD2B-A09D-CBC92E12F25F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F5B7B22C-663B-5298-D166-FAF560E4BB75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6BADDFCE-8A0A-44E6-3F10-0D51A57F6C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948E2AC4-F542-64B0-39E2-25FBBBED0C9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973E0397-2938-3E11-F4FA-2B7B6C3675A8}"/>
              </a:ext>
            </a:extLst>
          </p:cNvPr>
          <p:cNvCxnSpPr>
            <a:cxnSpLocks/>
          </p:cNvCxnSpPr>
          <p:nvPr/>
        </p:nvCxnSpPr>
        <p:spPr>
          <a:xfrm flipV="1">
            <a:off x="4850346" y="3244816"/>
            <a:ext cx="842333" cy="6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D782F3A7-BB22-97E7-61AB-4A4C01CDB198}"/>
              </a:ext>
            </a:extLst>
          </p:cNvPr>
          <p:cNvCxnSpPr/>
          <p:nvPr/>
        </p:nvCxnSpPr>
        <p:spPr>
          <a:xfrm>
            <a:off x="4855248" y="3251607"/>
            <a:ext cx="0" cy="97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320A29EB-ABD9-7A97-166B-5F32289CDE2A}"/>
              </a:ext>
            </a:extLst>
          </p:cNvPr>
          <p:cNvCxnSpPr/>
          <p:nvPr/>
        </p:nvCxnSpPr>
        <p:spPr>
          <a:xfrm flipH="1">
            <a:off x="4672538" y="4227176"/>
            <a:ext cx="182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8F48198F-3BEE-7A5F-E755-825029E62CA9}"/>
              </a:ext>
            </a:extLst>
          </p:cNvPr>
          <p:cNvCxnSpPr>
            <a:cxnSpLocks/>
            <a:stCxn id="34" idx="0"/>
          </p:cNvCxnSpPr>
          <p:nvPr/>
        </p:nvCxnSpPr>
        <p:spPr>
          <a:xfrm flipV="1">
            <a:off x="5794597" y="3309402"/>
            <a:ext cx="0" cy="21874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848B782-ACF8-E9A2-8354-F25270D6A5C1}"/>
              </a:ext>
            </a:extLst>
          </p:cNvPr>
          <p:cNvCxnSpPr/>
          <p:nvPr/>
        </p:nvCxnSpPr>
        <p:spPr>
          <a:xfrm flipV="1">
            <a:off x="6267546" y="3096047"/>
            <a:ext cx="0" cy="332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ectangle 229">
            <a:extLst>
              <a:ext uri="{FF2B5EF4-FFF2-40B4-BE49-F238E27FC236}">
                <a16:creationId xmlns:a16="http://schemas.microsoft.com/office/drawing/2014/main" id="{3AF2B9FF-2C7F-338A-78BA-57A97CD3837D}"/>
              </a:ext>
            </a:extLst>
          </p:cNvPr>
          <p:cNvSpPr/>
          <p:nvPr/>
        </p:nvSpPr>
        <p:spPr>
          <a:xfrm>
            <a:off x="8132652" y="1613063"/>
            <a:ext cx="865785" cy="8218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79148410-A97A-F2FF-1C77-6873D577E23E}"/>
              </a:ext>
            </a:extLst>
          </p:cNvPr>
          <p:cNvSpPr txBox="1"/>
          <p:nvPr/>
        </p:nvSpPr>
        <p:spPr>
          <a:xfrm>
            <a:off x="8114167" y="1590798"/>
            <a:ext cx="9268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Data Memory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25E57BF1-21EE-8E4A-10F6-78E31B205327}"/>
              </a:ext>
            </a:extLst>
          </p:cNvPr>
          <p:cNvSpPr txBox="1"/>
          <p:nvPr/>
        </p:nvSpPr>
        <p:spPr>
          <a:xfrm>
            <a:off x="8073953" y="1812106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94F78C3D-D478-DE43-4F03-E7114516D4BA}"/>
              </a:ext>
            </a:extLst>
          </p:cNvPr>
          <p:cNvSpPr txBox="1"/>
          <p:nvPr/>
        </p:nvSpPr>
        <p:spPr>
          <a:xfrm>
            <a:off x="8659919" y="1793810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dout</a:t>
            </a:r>
            <a:endParaRPr lang="en-US" sz="900" dirty="0"/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973B1BAA-D410-B540-5205-2CE3EA9D646F}"/>
              </a:ext>
            </a:extLst>
          </p:cNvPr>
          <p:cNvCxnSpPr>
            <a:cxnSpLocks/>
          </p:cNvCxnSpPr>
          <p:nvPr/>
        </p:nvCxnSpPr>
        <p:spPr>
          <a:xfrm>
            <a:off x="4886953" y="1941884"/>
            <a:ext cx="32397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9B269FA4-5D6A-5E60-3C24-F06556105623}"/>
              </a:ext>
            </a:extLst>
          </p:cNvPr>
          <p:cNvSpPr txBox="1"/>
          <p:nvPr/>
        </p:nvSpPr>
        <p:spPr>
          <a:xfrm>
            <a:off x="8081009" y="206099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Address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32C8C4D0-BC6B-C139-3FF5-F9792E04E4A1}"/>
              </a:ext>
            </a:extLst>
          </p:cNvPr>
          <p:cNvCxnSpPr>
            <a:cxnSpLocks/>
          </p:cNvCxnSpPr>
          <p:nvPr/>
        </p:nvCxnSpPr>
        <p:spPr>
          <a:xfrm>
            <a:off x="6651741" y="2171619"/>
            <a:ext cx="147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91165BCE-D4C3-69AB-C161-0AAA710C6CB4}"/>
              </a:ext>
            </a:extLst>
          </p:cNvPr>
          <p:cNvCxnSpPr/>
          <p:nvPr/>
        </p:nvCxnSpPr>
        <p:spPr>
          <a:xfrm flipV="1">
            <a:off x="8373291" y="2434882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C457D5C-9212-E0FE-91EE-284C0BA5FE52}"/>
              </a:ext>
            </a:extLst>
          </p:cNvPr>
          <p:cNvCxnSpPr/>
          <p:nvPr/>
        </p:nvCxnSpPr>
        <p:spPr>
          <a:xfrm flipH="1">
            <a:off x="2286000" y="3251607"/>
            <a:ext cx="3533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>
            <a:extLst>
              <a:ext uri="{FF2B5EF4-FFF2-40B4-BE49-F238E27FC236}">
                <a16:creationId xmlns:a16="http://schemas.microsoft.com/office/drawing/2014/main" id="{921958C4-4752-F09F-ADEA-BCC0D47C8983}"/>
              </a:ext>
            </a:extLst>
          </p:cNvPr>
          <p:cNvSpPr txBox="1"/>
          <p:nvPr/>
        </p:nvSpPr>
        <p:spPr>
          <a:xfrm>
            <a:off x="3749453" y="4138524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instr</a:t>
            </a:r>
            <a:endParaRPr lang="en-US" sz="9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AE7D782-2F59-C6D9-A9D7-B38E1A913155}"/>
              </a:ext>
            </a:extLst>
          </p:cNvPr>
          <p:cNvSpPr txBox="1"/>
          <p:nvPr/>
        </p:nvSpPr>
        <p:spPr>
          <a:xfrm>
            <a:off x="8230139" y="2245179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378ECE18-76A6-8223-40C0-E1A4CF744BE9}"/>
              </a:ext>
            </a:extLst>
          </p:cNvPr>
          <p:cNvSpPr txBox="1"/>
          <p:nvPr/>
        </p:nvSpPr>
        <p:spPr>
          <a:xfrm>
            <a:off x="8565545" y="2241709"/>
            <a:ext cx="3064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wr</a:t>
            </a:r>
            <a:endParaRPr lang="en-US" sz="900" dirty="0"/>
          </a:p>
        </p:txBody>
      </p: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B760AF97-E733-241D-903A-11456E3E2363}"/>
              </a:ext>
            </a:extLst>
          </p:cNvPr>
          <p:cNvCxnSpPr/>
          <p:nvPr/>
        </p:nvCxnSpPr>
        <p:spPr>
          <a:xfrm flipH="1">
            <a:off x="211807" y="6023113"/>
            <a:ext cx="94589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FBC20363-C806-EF5C-EF5B-FA8F14D0B2F9}"/>
              </a:ext>
            </a:extLst>
          </p:cNvPr>
          <p:cNvCxnSpPr/>
          <p:nvPr/>
        </p:nvCxnSpPr>
        <p:spPr>
          <a:xfrm flipV="1">
            <a:off x="211807" y="2717971"/>
            <a:ext cx="0" cy="32952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F1B7D252-CFD6-2A20-A0B7-01CB66AF15B1}"/>
              </a:ext>
            </a:extLst>
          </p:cNvPr>
          <p:cNvCxnSpPr>
            <a:cxnSpLocks/>
          </p:cNvCxnSpPr>
          <p:nvPr/>
        </p:nvCxnSpPr>
        <p:spPr>
          <a:xfrm>
            <a:off x="9679021" y="4611234"/>
            <a:ext cx="0" cy="14101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A0F94C90-2CFA-6FB0-6CDA-6336E014070E}"/>
              </a:ext>
            </a:extLst>
          </p:cNvPr>
          <p:cNvCxnSpPr/>
          <p:nvPr/>
        </p:nvCxnSpPr>
        <p:spPr>
          <a:xfrm flipV="1">
            <a:off x="4886953" y="1919827"/>
            <a:ext cx="0" cy="10520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767B8A25-A48B-7850-EE9E-21374996DACF}"/>
              </a:ext>
            </a:extLst>
          </p:cNvPr>
          <p:cNvCxnSpPr>
            <a:cxnSpLocks/>
          </p:cNvCxnSpPr>
          <p:nvPr/>
        </p:nvCxnSpPr>
        <p:spPr>
          <a:xfrm>
            <a:off x="6392320" y="2899983"/>
            <a:ext cx="259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CFAE5DC6-8CF9-2673-71C9-AFA4E7997F1B}"/>
              </a:ext>
            </a:extLst>
          </p:cNvPr>
          <p:cNvCxnSpPr>
            <a:cxnSpLocks/>
          </p:cNvCxnSpPr>
          <p:nvPr/>
        </p:nvCxnSpPr>
        <p:spPr>
          <a:xfrm flipV="1">
            <a:off x="6651741" y="2162573"/>
            <a:ext cx="0" cy="809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2EC15423-B005-0183-7A9F-B576E62BCAAB}"/>
              </a:ext>
            </a:extLst>
          </p:cNvPr>
          <p:cNvCxnSpPr>
            <a:cxnSpLocks/>
          </p:cNvCxnSpPr>
          <p:nvPr/>
        </p:nvCxnSpPr>
        <p:spPr>
          <a:xfrm>
            <a:off x="6651741" y="2971893"/>
            <a:ext cx="40693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3014E321-5714-0DA0-BD84-AEA9AAE788C3}"/>
              </a:ext>
            </a:extLst>
          </p:cNvPr>
          <p:cNvGrpSpPr/>
          <p:nvPr/>
        </p:nvGrpSpPr>
        <p:grpSpPr>
          <a:xfrm>
            <a:off x="10716325" y="2398070"/>
            <a:ext cx="234557" cy="870633"/>
            <a:chOff x="6175096" y="3854324"/>
            <a:chExt cx="144932" cy="375881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CC6483C4-28AE-F10B-774F-31BBB4098B87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C51292B0-B5C4-AACF-9093-36C8D152D461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E6CB2562-95CA-9D1A-979B-D7EFA56D84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F88B1EEE-37B0-409C-F5C6-42593C03E5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07D9C989-9107-8E5B-7046-08BC10C20273}"/>
              </a:ext>
            </a:extLst>
          </p:cNvPr>
          <p:cNvCxnSpPr>
            <a:cxnSpLocks/>
          </p:cNvCxnSpPr>
          <p:nvPr/>
        </p:nvCxnSpPr>
        <p:spPr>
          <a:xfrm>
            <a:off x="9195002" y="2744225"/>
            <a:ext cx="1519197" cy="11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12A8EFA3-E029-7A54-9279-672AB9B9FD22}"/>
              </a:ext>
            </a:extLst>
          </p:cNvPr>
          <p:cNvCxnSpPr>
            <a:cxnSpLocks/>
          </p:cNvCxnSpPr>
          <p:nvPr/>
        </p:nvCxnSpPr>
        <p:spPr>
          <a:xfrm flipV="1">
            <a:off x="10624314" y="2556298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94EC9EEB-C174-2FF6-451C-065B8E648DDA}"/>
              </a:ext>
            </a:extLst>
          </p:cNvPr>
          <p:cNvSpPr txBox="1"/>
          <p:nvPr/>
        </p:nvSpPr>
        <p:spPr>
          <a:xfrm>
            <a:off x="9917222" y="2437937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C669DA14-8A4A-8AE5-A36A-3E399FDEE2B1}"/>
              </a:ext>
            </a:extLst>
          </p:cNvPr>
          <p:cNvCxnSpPr>
            <a:cxnSpLocks/>
          </p:cNvCxnSpPr>
          <p:nvPr/>
        </p:nvCxnSpPr>
        <p:spPr>
          <a:xfrm>
            <a:off x="10951858" y="2845906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F580A49F-8130-DF36-2C61-65CEF9F171E8}"/>
              </a:ext>
            </a:extLst>
          </p:cNvPr>
          <p:cNvCxnSpPr>
            <a:cxnSpLocks/>
          </p:cNvCxnSpPr>
          <p:nvPr/>
        </p:nvCxnSpPr>
        <p:spPr>
          <a:xfrm flipV="1">
            <a:off x="9202288" y="1919827"/>
            <a:ext cx="0" cy="824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0237BD76-677C-61E9-5FF6-4634556047E6}"/>
              </a:ext>
            </a:extLst>
          </p:cNvPr>
          <p:cNvCxnSpPr>
            <a:cxnSpLocks/>
          </p:cNvCxnSpPr>
          <p:nvPr/>
        </p:nvCxnSpPr>
        <p:spPr>
          <a:xfrm flipH="1">
            <a:off x="9014468" y="1909226"/>
            <a:ext cx="1952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FB2ED79D-5D1E-998C-0587-601F1B3D6394}"/>
              </a:ext>
            </a:extLst>
          </p:cNvPr>
          <p:cNvCxnSpPr>
            <a:cxnSpLocks/>
          </p:cNvCxnSpPr>
          <p:nvPr/>
        </p:nvCxnSpPr>
        <p:spPr>
          <a:xfrm>
            <a:off x="11084668" y="1313234"/>
            <a:ext cx="0" cy="15519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10BF8DC2-0A04-BAF9-3B3C-69E04DB1B680}"/>
              </a:ext>
            </a:extLst>
          </p:cNvPr>
          <p:cNvCxnSpPr/>
          <p:nvPr/>
        </p:nvCxnSpPr>
        <p:spPr>
          <a:xfrm flipH="1">
            <a:off x="3047939" y="1316334"/>
            <a:ext cx="802534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46BF1B11-30E4-C250-7482-8150CD3EBE33}"/>
              </a:ext>
            </a:extLst>
          </p:cNvPr>
          <p:cNvCxnSpPr/>
          <p:nvPr/>
        </p:nvCxnSpPr>
        <p:spPr>
          <a:xfrm flipV="1">
            <a:off x="3072930" y="1316334"/>
            <a:ext cx="0" cy="18776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C76199D9-440A-9194-BCF0-9A2E6EDE070C}"/>
              </a:ext>
            </a:extLst>
          </p:cNvPr>
          <p:cNvCxnSpPr/>
          <p:nvPr/>
        </p:nvCxnSpPr>
        <p:spPr>
          <a:xfrm>
            <a:off x="2156808" y="190922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>
            <a:extLst>
              <a:ext uri="{FF2B5EF4-FFF2-40B4-BE49-F238E27FC236}">
                <a16:creationId xmlns:a16="http://schemas.microsoft.com/office/drawing/2014/main" id="{8D054836-2157-3BAC-A7D8-5291EF62197A}"/>
              </a:ext>
            </a:extLst>
          </p:cNvPr>
          <p:cNvSpPr txBox="1"/>
          <p:nvPr/>
        </p:nvSpPr>
        <p:spPr>
          <a:xfrm>
            <a:off x="6065686" y="2417449"/>
            <a:ext cx="4106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B6AF60-D791-21FB-8A86-0D04258DAA85}"/>
              </a:ext>
            </a:extLst>
          </p:cNvPr>
          <p:cNvSpPr/>
          <p:nvPr/>
        </p:nvSpPr>
        <p:spPr>
          <a:xfrm>
            <a:off x="5303520" y="993913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EB474B-DE86-EFAF-1F7B-17DC4F663F21}"/>
              </a:ext>
            </a:extLst>
          </p:cNvPr>
          <p:cNvSpPr/>
          <p:nvPr/>
        </p:nvSpPr>
        <p:spPr>
          <a:xfrm>
            <a:off x="7332224" y="993913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DE79B-19DD-529A-5879-5E22D4125189}"/>
              </a:ext>
            </a:extLst>
          </p:cNvPr>
          <p:cNvSpPr/>
          <p:nvPr/>
        </p:nvSpPr>
        <p:spPr>
          <a:xfrm>
            <a:off x="9864345" y="993913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A85F51-CDCF-DFC4-A78B-5B79381B7901}"/>
              </a:ext>
            </a:extLst>
          </p:cNvPr>
          <p:cNvSpPr txBox="1"/>
          <p:nvPr/>
        </p:nvSpPr>
        <p:spPr>
          <a:xfrm>
            <a:off x="2248850" y="726305"/>
            <a:ext cx="521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IF_ID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08595C-A8B4-EC1A-CEC5-C3F6C12A297B}"/>
              </a:ext>
            </a:extLst>
          </p:cNvPr>
          <p:cNvSpPr txBox="1"/>
          <p:nvPr/>
        </p:nvSpPr>
        <p:spPr>
          <a:xfrm>
            <a:off x="5078535" y="722238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ID_EX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44A068-9364-EA34-27D3-B5352516ABEB}"/>
              </a:ext>
            </a:extLst>
          </p:cNvPr>
          <p:cNvSpPr txBox="1"/>
          <p:nvPr/>
        </p:nvSpPr>
        <p:spPr>
          <a:xfrm>
            <a:off x="7018722" y="740372"/>
            <a:ext cx="753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EX_MEM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76CC08-2328-4CAE-36E1-B6668E8E0A0B}"/>
              </a:ext>
            </a:extLst>
          </p:cNvPr>
          <p:cNvSpPr txBox="1"/>
          <p:nvPr/>
        </p:nvSpPr>
        <p:spPr>
          <a:xfrm>
            <a:off x="9527038" y="730468"/>
            <a:ext cx="8146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MEM_WB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009FE0-7787-A3EB-6282-7D22C75D2C48}"/>
              </a:ext>
            </a:extLst>
          </p:cNvPr>
          <p:cNvSpPr/>
          <p:nvPr/>
        </p:nvSpPr>
        <p:spPr>
          <a:xfrm>
            <a:off x="2458495" y="983375"/>
            <a:ext cx="125873" cy="343880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802EBAD3-1207-E175-F4E6-F1CAAFD5CB84}"/>
              </a:ext>
            </a:extLst>
          </p:cNvPr>
          <p:cNvSpPr/>
          <p:nvPr/>
        </p:nvSpPr>
        <p:spPr>
          <a:xfrm>
            <a:off x="4081802" y="4715527"/>
            <a:ext cx="663423" cy="4606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1546BBC-B812-DED8-4B26-9FABE47BC3AA}"/>
              </a:ext>
            </a:extLst>
          </p:cNvPr>
          <p:cNvSpPr txBox="1"/>
          <p:nvPr/>
        </p:nvSpPr>
        <p:spPr>
          <a:xfrm>
            <a:off x="4140710" y="4753981"/>
            <a:ext cx="574196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Stall</a:t>
            </a:r>
          </a:p>
          <a:p>
            <a:pPr algn="ctr"/>
            <a:r>
              <a:rPr lang="en-US" sz="900" dirty="0"/>
              <a:t>counter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55D04E53-F0F2-CC32-832F-AD990A0BD8D2}"/>
              </a:ext>
            </a:extLst>
          </p:cNvPr>
          <p:cNvCxnSpPr>
            <a:cxnSpLocks/>
          </p:cNvCxnSpPr>
          <p:nvPr/>
        </p:nvCxnSpPr>
        <p:spPr>
          <a:xfrm>
            <a:off x="3851929" y="4852740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81CABDD-6671-8136-C507-5421CBF47C22}"/>
              </a:ext>
            </a:extLst>
          </p:cNvPr>
          <p:cNvSpPr/>
          <p:nvPr/>
        </p:nvSpPr>
        <p:spPr>
          <a:xfrm>
            <a:off x="3173140" y="4715741"/>
            <a:ext cx="678789" cy="4847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182B11B-81F0-C7FD-76B3-7C27A04FAE43}"/>
              </a:ext>
            </a:extLst>
          </p:cNvPr>
          <p:cNvSpPr txBox="1"/>
          <p:nvPr/>
        </p:nvSpPr>
        <p:spPr>
          <a:xfrm>
            <a:off x="3138486" y="4735628"/>
            <a:ext cx="7296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Hazard</a:t>
            </a:r>
          </a:p>
          <a:p>
            <a:pPr algn="ctr"/>
            <a:r>
              <a:rPr lang="en-US" sz="1000" dirty="0"/>
              <a:t>Detection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3FFE2C33-996E-7ADF-F9EF-9E2CF7B04F43}"/>
              </a:ext>
            </a:extLst>
          </p:cNvPr>
          <p:cNvCxnSpPr>
            <a:cxnSpLocks/>
            <a:stCxn id="196" idx="0"/>
          </p:cNvCxnSpPr>
          <p:nvPr/>
        </p:nvCxnSpPr>
        <p:spPr>
          <a:xfrm rot="5400000" flipH="1" flipV="1">
            <a:off x="2742354" y="5096744"/>
            <a:ext cx="443548" cy="419310"/>
          </a:xfrm>
          <a:prstGeom prst="bentConnector3">
            <a:avLst>
              <a:gd name="adj1" fmla="val 9971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E7E3730A-42E6-0433-39FD-2ACC0255676D}"/>
              </a:ext>
            </a:extLst>
          </p:cNvPr>
          <p:cNvCxnSpPr>
            <a:cxnSpLocks/>
          </p:cNvCxnSpPr>
          <p:nvPr/>
        </p:nvCxnSpPr>
        <p:spPr>
          <a:xfrm flipH="1">
            <a:off x="3862656" y="5059827"/>
            <a:ext cx="20561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D53ADBF7-10DC-5789-46E9-813992762F1C}"/>
              </a:ext>
            </a:extLst>
          </p:cNvPr>
          <p:cNvCxnSpPr>
            <a:cxnSpLocks/>
          </p:cNvCxnSpPr>
          <p:nvPr/>
        </p:nvCxnSpPr>
        <p:spPr>
          <a:xfrm>
            <a:off x="2967078" y="4855032"/>
            <a:ext cx="211703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1CB085F-EFA5-81F0-171A-B0F01423DFC7}"/>
              </a:ext>
            </a:extLst>
          </p:cNvPr>
          <p:cNvCxnSpPr>
            <a:cxnSpLocks/>
          </p:cNvCxnSpPr>
          <p:nvPr/>
        </p:nvCxnSpPr>
        <p:spPr>
          <a:xfrm>
            <a:off x="2958318" y="4393497"/>
            <a:ext cx="0" cy="47094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A7AA200C-FCA9-EE26-397A-A699E5A6646F}"/>
              </a:ext>
            </a:extLst>
          </p:cNvPr>
          <p:cNvCxnSpPr>
            <a:cxnSpLocks/>
          </p:cNvCxnSpPr>
          <p:nvPr/>
        </p:nvCxnSpPr>
        <p:spPr>
          <a:xfrm>
            <a:off x="2581684" y="4384148"/>
            <a:ext cx="38393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EC42D385-1455-5F7D-5DE9-63C32D5B7E54}"/>
              </a:ext>
            </a:extLst>
          </p:cNvPr>
          <p:cNvCxnSpPr>
            <a:cxnSpLocks/>
          </p:cNvCxnSpPr>
          <p:nvPr/>
        </p:nvCxnSpPr>
        <p:spPr>
          <a:xfrm flipV="1">
            <a:off x="3946595" y="4624380"/>
            <a:ext cx="0" cy="2254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FF7584B-44F4-AC4F-1A2B-A5EEAC3183AF}"/>
              </a:ext>
            </a:extLst>
          </p:cNvPr>
          <p:cNvCxnSpPr>
            <a:cxnSpLocks/>
          </p:cNvCxnSpPr>
          <p:nvPr/>
        </p:nvCxnSpPr>
        <p:spPr>
          <a:xfrm>
            <a:off x="3994657" y="5074508"/>
            <a:ext cx="0" cy="4027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7985B0F1-5D5A-96E1-0D14-965720B89EB9}"/>
              </a:ext>
            </a:extLst>
          </p:cNvPr>
          <p:cNvGrpSpPr/>
          <p:nvPr/>
        </p:nvGrpSpPr>
        <p:grpSpPr>
          <a:xfrm>
            <a:off x="9307301" y="4163398"/>
            <a:ext cx="234557" cy="870633"/>
            <a:chOff x="6175096" y="3854324"/>
            <a:chExt cx="144932" cy="375881"/>
          </a:xfrm>
        </p:grpSpPr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015F5EDE-17BE-0E3E-4DDD-864B147D406F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AC388BCB-D579-EC08-5CBF-2CC85FB74523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0E401010-BF44-D516-E855-B8E547F967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F7768323-F4FD-A2FE-5BEF-EF5EE077975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791C07A-D6C6-EEE2-DD1A-AAFBD13E03BD}"/>
              </a:ext>
            </a:extLst>
          </p:cNvPr>
          <p:cNvCxnSpPr>
            <a:cxnSpLocks/>
          </p:cNvCxnSpPr>
          <p:nvPr/>
        </p:nvCxnSpPr>
        <p:spPr>
          <a:xfrm>
            <a:off x="9542834" y="4611234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34331E89-6C0B-1C5D-9642-5E0D0D9791DF}"/>
              </a:ext>
            </a:extLst>
          </p:cNvPr>
          <p:cNvCxnSpPr>
            <a:cxnSpLocks/>
          </p:cNvCxnSpPr>
          <p:nvPr/>
        </p:nvCxnSpPr>
        <p:spPr>
          <a:xfrm>
            <a:off x="8930725" y="4560055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42D03EFD-C681-4EA9-84D6-2D58957476C9}"/>
              </a:ext>
            </a:extLst>
          </p:cNvPr>
          <p:cNvSpPr txBox="1"/>
          <p:nvPr/>
        </p:nvSpPr>
        <p:spPr>
          <a:xfrm>
            <a:off x="7868407" y="4099798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30DB228-30F1-3EAB-8348-ADF6B84F5227}"/>
              </a:ext>
            </a:extLst>
          </p:cNvPr>
          <p:cNvSpPr txBox="1"/>
          <p:nvPr/>
        </p:nvSpPr>
        <p:spPr>
          <a:xfrm>
            <a:off x="7871560" y="4515171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8C8DC418-30F2-2E6B-79EB-C50A8BC90A03}"/>
              </a:ext>
            </a:extLst>
          </p:cNvPr>
          <p:cNvCxnSpPr>
            <a:cxnSpLocks/>
          </p:cNvCxnSpPr>
          <p:nvPr/>
        </p:nvCxnSpPr>
        <p:spPr>
          <a:xfrm flipV="1">
            <a:off x="9214921" y="471814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28B52DA0-5124-B1DD-6399-E77E9F27E337}"/>
              </a:ext>
            </a:extLst>
          </p:cNvPr>
          <p:cNvSpPr txBox="1"/>
          <p:nvPr/>
        </p:nvSpPr>
        <p:spPr>
          <a:xfrm>
            <a:off x="8892828" y="4599810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68D9262-FD4F-8437-B65A-FF28CF8998C5}"/>
              </a:ext>
            </a:extLst>
          </p:cNvPr>
          <p:cNvGrpSpPr/>
          <p:nvPr/>
        </p:nvGrpSpPr>
        <p:grpSpPr>
          <a:xfrm>
            <a:off x="8407592" y="4109253"/>
            <a:ext cx="292770" cy="637674"/>
            <a:chOff x="1074820" y="1507958"/>
            <a:chExt cx="292770" cy="637674"/>
          </a:xfrm>
        </p:grpSpPr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EF94313-2CD9-F730-2951-3C043984003F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0FE960F4-1D95-AE3E-FD52-BB27EEA05698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2DD4560C-B14D-1712-6B66-8BA78DA65DB6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76244964-CE6E-4181-63B0-7D164FD80C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B92832FC-E56A-5B11-0E7E-1F6ADE6DE96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C24C015-6A2B-58F9-2636-B99F0EF085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6613CFF8-5964-53FA-3F4B-1524F218D7F0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A6C1A2E8-6BD1-A1B8-EC64-95288FD839B1}"/>
              </a:ext>
            </a:extLst>
          </p:cNvPr>
          <p:cNvCxnSpPr>
            <a:cxnSpLocks/>
          </p:cNvCxnSpPr>
          <p:nvPr/>
        </p:nvCxnSpPr>
        <p:spPr>
          <a:xfrm>
            <a:off x="8233657" y="4640648"/>
            <a:ext cx="173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7BA2245-CE26-F7B3-650C-1F9D9C02DE77}"/>
              </a:ext>
            </a:extLst>
          </p:cNvPr>
          <p:cNvCxnSpPr/>
          <p:nvPr/>
        </p:nvCxnSpPr>
        <p:spPr>
          <a:xfrm>
            <a:off x="8229784" y="421553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A1848007-5C57-2514-E0D9-E9FAA0E1581E}"/>
              </a:ext>
            </a:extLst>
          </p:cNvPr>
          <p:cNvSpPr txBox="1"/>
          <p:nvPr/>
        </p:nvSpPr>
        <p:spPr>
          <a:xfrm>
            <a:off x="8442429" y="4314065"/>
            <a:ext cx="351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“+”</a:t>
            </a: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97DF8482-C9C8-E044-1756-D3B042D2D7ED}"/>
              </a:ext>
            </a:extLst>
          </p:cNvPr>
          <p:cNvCxnSpPr>
            <a:cxnSpLocks/>
          </p:cNvCxnSpPr>
          <p:nvPr/>
        </p:nvCxnSpPr>
        <p:spPr>
          <a:xfrm flipV="1">
            <a:off x="9192573" y="489361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8EE68CD5-3828-66D3-CF69-264F08A0AC09}"/>
              </a:ext>
            </a:extLst>
          </p:cNvPr>
          <p:cNvSpPr txBox="1"/>
          <p:nvPr/>
        </p:nvSpPr>
        <p:spPr>
          <a:xfrm>
            <a:off x="8937784" y="4780084"/>
            <a:ext cx="3321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PC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CE23F81E-1E87-DE9B-046A-751F5B2EF337}"/>
              </a:ext>
            </a:extLst>
          </p:cNvPr>
          <p:cNvCxnSpPr>
            <a:cxnSpLocks/>
          </p:cNvCxnSpPr>
          <p:nvPr/>
        </p:nvCxnSpPr>
        <p:spPr>
          <a:xfrm>
            <a:off x="8930725" y="4346119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3FC0B57-60E9-D03D-A66F-04619217984F}"/>
              </a:ext>
            </a:extLst>
          </p:cNvPr>
          <p:cNvCxnSpPr>
            <a:cxnSpLocks/>
          </p:cNvCxnSpPr>
          <p:nvPr/>
        </p:nvCxnSpPr>
        <p:spPr>
          <a:xfrm>
            <a:off x="8930725" y="4346119"/>
            <a:ext cx="0" cy="21393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5F47AAA6-0318-D08A-6320-0A794954F811}"/>
              </a:ext>
            </a:extLst>
          </p:cNvPr>
          <p:cNvCxnSpPr>
            <a:cxnSpLocks/>
          </p:cNvCxnSpPr>
          <p:nvPr/>
        </p:nvCxnSpPr>
        <p:spPr>
          <a:xfrm>
            <a:off x="8698040" y="4454260"/>
            <a:ext cx="232685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0FFDF2F4-DDDE-FB8D-64B3-74C68824CD4E}"/>
              </a:ext>
            </a:extLst>
          </p:cNvPr>
          <p:cNvCxnSpPr>
            <a:cxnSpLocks/>
          </p:cNvCxnSpPr>
          <p:nvPr/>
        </p:nvCxnSpPr>
        <p:spPr>
          <a:xfrm flipV="1">
            <a:off x="9432653" y="4931909"/>
            <a:ext cx="0" cy="3189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30710D1B-628F-D0C5-C3B8-4E1DB5DB1822}"/>
              </a:ext>
            </a:extLst>
          </p:cNvPr>
          <p:cNvCxnSpPr>
            <a:cxnSpLocks/>
          </p:cNvCxnSpPr>
          <p:nvPr/>
        </p:nvCxnSpPr>
        <p:spPr>
          <a:xfrm flipH="1">
            <a:off x="9388685" y="5117831"/>
            <a:ext cx="85431" cy="621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D0735576-FA99-1226-FAE2-8A66AEE21921}"/>
              </a:ext>
            </a:extLst>
          </p:cNvPr>
          <p:cNvCxnSpPr>
            <a:cxnSpLocks/>
          </p:cNvCxnSpPr>
          <p:nvPr/>
        </p:nvCxnSpPr>
        <p:spPr>
          <a:xfrm>
            <a:off x="9254353" y="3367023"/>
            <a:ext cx="0" cy="137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7519AAD8-ECD9-BCFB-E19F-03D8220E44C3}"/>
              </a:ext>
            </a:extLst>
          </p:cNvPr>
          <p:cNvSpPr txBox="1"/>
          <p:nvPr/>
        </p:nvSpPr>
        <p:spPr>
          <a:xfrm>
            <a:off x="9014468" y="3198168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DBCE76B6-4D18-835C-C24A-DF1E79C1CF76}"/>
              </a:ext>
            </a:extLst>
          </p:cNvPr>
          <p:cNvCxnSpPr>
            <a:cxnSpLocks/>
          </p:cNvCxnSpPr>
          <p:nvPr/>
        </p:nvCxnSpPr>
        <p:spPr>
          <a:xfrm>
            <a:off x="9431921" y="3928834"/>
            <a:ext cx="0" cy="3251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4DF51EAB-8861-0396-BAA6-9479806818EB}"/>
              </a:ext>
            </a:extLst>
          </p:cNvPr>
          <p:cNvSpPr txBox="1"/>
          <p:nvPr/>
        </p:nvSpPr>
        <p:spPr>
          <a:xfrm>
            <a:off x="9063374" y="3733304"/>
            <a:ext cx="6719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Not equal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02F76C24-B5A2-EF6E-0213-72D63A9FAEFB}"/>
              </a:ext>
            </a:extLst>
          </p:cNvPr>
          <p:cNvSpPr/>
          <p:nvPr/>
        </p:nvSpPr>
        <p:spPr>
          <a:xfrm>
            <a:off x="9027891" y="3504913"/>
            <a:ext cx="736311" cy="418585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FBAC4502-2B1D-5218-C2D9-AB667D10F3CF}"/>
              </a:ext>
            </a:extLst>
          </p:cNvPr>
          <p:cNvCxnSpPr>
            <a:cxnSpLocks/>
          </p:cNvCxnSpPr>
          <p:nvPr/>
        </p:nvCxnSpPr>
        <p:spPr>
          <a:xfrm>
            <a:off x="9601800" y="3367023"/>
            <a:ext cx="0" cy="137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4F79E217-E351-6707-29A8-684823FCD841}"/>
              </a:ext>
            </a:extLst>
          </p:cNvPr>
          <p:cNvCxnSpPr>
            <a:cxnSpLocks/>
          </p:cNvCxnSpPr>
          <p:nvPr/>
        </p:nvCxnSpPr>
        <p:spPr>
          <a:xfrm flipV="1">
            <a:off x="10822834" y="3193477"/>
            <a:ext cx="0" cy="6165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88E60B1A-8F9F-F801-EE6D-5051B5DDD7FD}"/>
              </a:ext>
            </a:extLst>
          </p:cNvPr>
          <p:cNvCxnSpPr>
            <a:cxnSpLocks/>
          </p:cNvCxnSpPr>
          <p:nvPr/>
        </p:nvCxnSpPr>
        <p:spPr>
          <a:xfrm flipH="1">
            <a:off x="10772078" y="3608496"/>
            <a:ext cx="107051" cy="691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3C357C1-6CA0-FE49-1679-B84ECC79460C}"/>
              </a:ext>
            </a:extLst>
          </p:cNvPr>
          <p:cNvSpPr txBox="1"/>
          <p:nvPr/>
        </p:nvSpPr>
        <p:spPr>
          <a:xfrm>
            <a:off x="9370905" y="3184375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3FF150-8370-FB86-5E5C-59855FA6B568}"/>
              </a:ext>
            </a:extLst>
          </p:cNvPr>
          <p:cNvCxnSpPr/>
          <p:nvPr/>
        </p:nvCxnSpPr>
        <p:spPr>
          <a:xfrm flipV="1">
            <a:off x="8718196" y="2434882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C5A1AC6-CF53-3493-56F7-589C74FEA80A}"/>
              </a:ext>
            </a:extLst>
          </p:cNvPr>
          <p:cNvCxnSpPr/>
          <p:nvPr/>
        </p:nvCxnSpPr>
        <p:spPr>
          <a:xfrm flipH="1">
            <a:off x="2774640" y="4319783"/>
            <a:ext cx="77899" cy="1295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186A631B-F190-7086-D3E4-E64D63EF623D}"/>
              </a:ext>
            </a:extLst>
          </p:cNvPr>
          <p:cNvSpPr txBox="1"/>
          <p:nvPr/>
        </p:nvSpPr>
        <p:spPr>
          <a:xfrm>
            <a:off x="2656442" y="4215214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4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A1D9753-7066-13C9-A737-FE724AE089F0}"/>
              </a:ext>
            </a:extLst>
          </p:cNvPr>
          <p:cNvSpPr/>
          <p:nvPr/>
        </p:nvSpPr>
        <p:spPr>
          <a:xfrm>
            <a:off x="3849692" y="5487290"/>
            <a:ext cx="663423" cy="4606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182E3FA-2050-1E0B-90D7-8E7982835657}"/>
              </a:ext>
            </a:extLst>
          </p:cNvPr>
          <p:cNvSpPr txBox="1"/>
          <p:nvPr/>
        </p:nvSpPr>
        <p:spPr>
          <a:xfrm>
            <a:off x="4327311" y="5584796"/>
            <a:ext cx="1947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&gt;</a:t>
            </a:r>
            <a:endParaRPr lang="en-US" sz="900" dirty="0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B1579FE-1A01-8122-525C-1BF52DFA00E3}"/>
              </a:ext>
            </a:extLst>
          </p:cNvPr>
          <p:cNvCxnSpPr>
            <a:cxnSpLocks/>
          </p:cNvCxnSpPr>
          <p:nvPr/>
        </p:nvCxnSpPr>
        <p:spPr>
          <a:xfrm>
            <a:off x="4518382" y="5717610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47FAF0E-6260-E911-7037-28D14C3C707B}"/>
              </a:ext>
            </a:extLst>
          </p:cNvPr>
          <p:cNvCxnSpPr>
            <a:cxnSpLocks/>
          </p:cNvCxnSpPr>
          <p:nvPr/>
        </p:nvCxnSpPr>
        <p:spPr>
          <a:xfrm>
            <a:off x="4388470" y="5377092"/>
            <a:ext cx="0" cy="1001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465A98EB-4880-884F-D153-0515CE8BDEB2}"/>
              </a:ext>
            </a:extLst>
          </p:cNvPr>
          <p:cNvSpPr txBox="1"/>
          <p:nvPr/>
        </p:nvSpPr>
        <p:spPr>
          <a:xfrm>
            <a:off x="4265205" y="5181420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0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3E037D7-FFD6-1A3F-9638-8C8F09EEE8FF}"/>
              </a:ext>
            </a:extLst>
          </p:cNvPr>
          <p:cNvSpPr txBox="1"/>
          <p:nvPr/>
        </p:nvSpPr>
        <p:spPr>
          <a:xfrm>
            <a:off x="4624446" y="5604159"/>
            <a:ext cx="5741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Stall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444F36D-44DB-30F1-9A93-0662301A031E}"/>
              </a:ext>
            </a:extLst>
          </p:cNvPr>
          <p:cNvSpPr txBox="1"/>
          <p:nvPr/>
        </p:nvSpPr>
        <p:spPr>
          <a:xfrm>
            <a:off x="3230284" y="5189712"/>
            <a:ext cx="8614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/>
              <a:t>stall_count</a:t>
            </a:r>
            <a:endParaRPr lang="en-US" sz="10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7776570-4E75-3096-0631-C034786BC80E}"/>
              </a:ext>
            </a:extLst>
          </p:cNvPr>
          <p:cNvSpPr txBox="1"/>
          <p:nvPr/>
        </p:nvSpPr>
        <p:spPr>
          <a:xfrm>
            <a:off x="3512283" y="4407829"/>
            <a:ext cx="8614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/>
              <a:t>start_stall</a:t>
            </a:r>
            <a:endParaRPr 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E037F9B-E793-5DE7-2D91-D0C5224DCE84}"/>
              </a:ext>
            </a:extLst>
          </p:cNvPr>
          <p:cNvSpPr txBox="1"/>
          <p:nvPr/>
        </p:nvSpPr>
        <p:spPr>
          <a:xfrm>
            <a:off x="4257837" y="2942995"/>
            <a:ext cx="67678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reg2_data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BBECEA-87CC-A681-63F5-A79CEB5198EB}"/>
              </a:ext>
            </a:extLst>
          </p:cNvPr>
          <p:cNvSpPr txBox="1"/>
          <p:nvPr/>
        </p:nvSpPr>
        <p:spPr>
          <a:xfrm>
            <a:off x="4223159" y="2506128"/>
            <a:ext cx="67678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reg1_data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6BC9354-1AE5-EC7C-FFAA-7ED9A8590E46}"/>
              </a:ext>
            </a:extLst>
          </p:cNvPr>
          <p:cNvSpPr txBox="1"/>
          <p:nvPr/>
        </p:nvSpPr>
        <p:spPr>
          <a:xfrm>
            <a:off x="5899068" y="3400264"/>
            <a:ext cx="83388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id_ex_alu_op</a:t>
            </a:r>
            <a:endParaRPr lang="en-US" sz="9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CFEE426-A993-2243-37EC-1C483B64037F}"/>
              </a:ext>
            </a:extLst>
          </p:cNvPr>
          <p:cNvSpPr txBox="1"/>
          <p:nvPr/>
        </p:nvSpPr>
        <p:spPr>
          <a:xfrm>
            <a:off x="5364030" y="3528151"/>
            <a:ext cx="8611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id_ex_alu_src</a:t>
            </a:r>
            <a:endParaRPr lang="en-US" sz="9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4AB6547-4126-2A78-3C6E-14A61D8EA865}"/>
              </a:ext>
            </a:extLst>
          </p:cNvPr>
          <p:cNvSpPr txBox="1"/>
          <p:nvPr/>
        </p:nvSpPr>
        <p:spPr>
          <a:xfrm>
            <a:off x="2948822" y="3622999"/>
            <a:ext cx="123829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 err="1"/>
              <a:t>mem_wb_reg_write</a:t>
            </a:r>
            <a:endParaRPr lang="en-US" sz="900" dirty="0"/>
          </a:p>
        </p:txBody>
      </p:sp>
      <p:cxnSp>
        <p:nvCxnSpPr>
          <p:cNvPr id="37" name="Straight Arrow Connector 37">
            <a:extLst>
              <a:ext uri="{FF2B5EF4-FFF2-40B4-BE49-F238E27FC236}">
                <a16:creationId xmlns:a16="http://schemas.microsoft.com/office/drawing/2014/main" id="{AA6CA86F-814D-E3DD-7823-CEFD4888EDF8}"/>
              </a:ext>
            </a:extLst>
          </p:cNvPr>
          <p:cNvCxnSpPr>
            <a:cxnSpLocks/>
          </p:cNvCxnSpPr>
          <p:nvPr/>
        </p:nvCxnSpPr>
        <p:spPr>
          <a:xfrm rot="10800000" flipH="1">
            <a:off x="2948821" y="3394567"/>
            <a:ext cx="438815" cy="343848"/>
          </a:xfrm>
          <a:prstGeom prst="bentConnector3">
            <a:avLst>
              <a:gd name="adj1" fmla="val -52095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CDB6D6E0-14B0-5D8D-FFFD-F5173F42530E}"/>
              </a:ext>
            </a:extLst>
          </p:cNvPr>
          <p:cNvSpPr txBox="1"/>
          <p:nvPr/>
        </p:nvSpPr>
        <p:spPr>
          <a:xfrm>
            <a:off x="1780040" y="3542972"/>
            <a:ext cx="841032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 err="1"/>
              <a:t>Reg_write</a:t>
            </a:r>
            <a:r>
              <a:rPr lang="en-US" sz="900" dirty="0"/>
              <a:t>, </a:t>
            </a:r>
            <a:r>
              <a:rPr lang="en-US" sz="900" dirty="0" err="1"/>
              <a:t>mem_read</a:t>
            </a:r>
            <a:r>
              <a:rPr lang="en-US" sz="900" dirty="0"/>
              <a:t>, </a:t>
            </a:r>
            <a:r>
              <a:rPr lang="en-US" sz="900" dirty="0" err="1"/>
              <a:t>mem_write</a:t>
            </a:r>
            <a:r>
              <a:rPr lang="en-US" sz="900" dirty="0"/>
              <a:t>, </a:t>
            </a:r>
            <a:r>
              <a:rPr lang="en-US" sz="900" dirty="0" err="1"/>
              <a:t>alu_src</a:t>
            </a:r>
            <a:r>
              <a:rPr lang="en-US" sz="900" dirty="0"/>
              <a:t>, branch, </a:t>
            </a:r>
            <a:r>
              <a:rPr lang="en-US" sz="900" dirty="0" err="1"/>
              <a:t>load_addr</a:t>
            </a:r>
            <a:r>
              <a:rPr lang="en-US" sz="900" dirty="0"/>
              <a:t>, jump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DD407B3-B8D7-E1D6-74F0-255C2DFDB661}"/>
              </a:ext>
            </a:extLst>
          </p:cNvPr>
          <p:cNvSpPr txBox="1"/>
          <p:nvPr/>
        </p:nvSpPr>
        <p:spPr>
          <a:xfrm>
            <a:off x="7808124" y="254048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 err="1"/>
              <a:t>Ex_mem_mem_read</a:t>
            </a:r>
            <a:endParaRPr lang="en-US" sz="900" dirty="0"/>
          </a:p>
          <a:p>
            <a:pPr algn="r"/>
            <a:r>
              <a:rPr lang="en-US" sz="900" dirty="0" err="1"/>
              <a:t>Ex_mem_mem_write</a:t>
            </a:r>
            <a:endParaRPr lang="en-US" sz="9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5A553ED-AB43-0F8D-FE9C-50E58065AA5A}"/>
              </a:ext>
            </a:extLst>
          </p:cNvPr>
          <p:cNvSpPr txBox="1"/>
          <p:nvPr/>
        </p:nvSpPr>
        <p:spPr>
          <a:xfrm>
            <a:off x="10150564" y="3883242"/>
            <a:ext cx="1323237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 err="1"/>
              <a:t>Mem_wb_mem_read</a:t>
            </a:r>
            <a:endParaRPr lang="en-US" sz="900" dirty="0"/>
          </a:p>
          <a:p>
            <a:pPr algn="ctr"/>
            <a:r>
              <a:rPr lang="en-US" sz="900" dirty="0" err="1"/>
              <a:t>Mem_wb_load_addr</a:t>
            </a:r>
            <a:endParaRPr lang="en-US" sz="900" dirty="0"/>
          </a:p>
          <a:p>
            <a:pPr algn="ctr"/>
            <a:r>
              <a:rPr lang="en-US" sz="900" dirty="0" err="1"/>
              <a:t>Mem_wb_reg_write</a:t>
            </a:r>
            <a:endParaRPr lang="en-US" sz="9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2ADEE4E-531E-BEED-C655-A5AFD5DC36C9}"/>
              </a:ext>
            </a:extLst>
          </p:cNvPr>
          <p:cNvSpPr txBox="1"/>
          <p:nvPr/>
        </p:nvSpPr>
        <p:spPr>
          <a:xfrm>
            <a:off x="11073075" y="2725346"/>
            <a:ext cx="6078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wb_data</a:t>
            </a:r>
            <a:endParaRPr lang="en-US" sz="9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A9A5C4-2F94-BD2E-5B64-1AB6C2AB2FEF}"/>
              </a:ext>
            </a:extLst>
          </p:cNvPr>
          <p:cNvSpPr txBox="1"/>
          <p:nvPr/>
        </p:nvSpPr>
        <p:spPr>
          <a:xfrm>
            <a:off x="5645009" y="6019297"/>
            <a:ext cx="57579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next_pc</a:t>
            </a:r>
            <a:endParaRPr lang="en-US" sz="9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162784B-3456-02F5-E05E-F19E9BA95FFB}"/>
              </a:ext>
            </a:extLst>
          </p:cNvPr>
          <p:cNvSpPr txBox="1"/>
          <p:nvPr/>
        </p:nvSpPr>
        <p:spPr>
          <a:xfrm>
            <a:off x="2283006" y="5271324"/>
            <a:ext cx="52129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alu_op</a:t>
            </a:r>
            <a:endParaRPr lang="en-US" sz="9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3B90349-F98A-7E4E-F78B-BCF98BFA242F}"/>
              </a:ext>
            </a:extLst>
          </p:cNvPr>
          <p:cNvSpPr txBox="1"/>
          <p:nvPr/>
        </p:nvSpPr>
        <p:spPr>
          <a:xfrm>
            <a:off x="352447" y="1871443"/>
            <a:ext cx="4667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reset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FDB5AC4-9DD4-2CD5-BF26-A66E1F88C409}"/>
              </a:ext>
            </a:extLst>
          </p:cNvPr>
          <p:cNvSpPr txBox="1"/>
          <p:nvPr/>
        </p:nvSpPr>
        <p:spPr>
          <a:xfrm>
            <a:off x="164751" y="1875847"/>
            <a:ext cx="3481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clk</a:t>
            </a:r>
            <a:endParaRPr lang="en-US" sz="1000" dirty="0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7F210FD-C98F-F3C3-E0E3-727A34D07CEE}"/>
              </a:ext>
            </a:extLst>
          </p:cNvPr>
          <p:cNvCxnSpPr>
            <a:cxnSpLocks/>
          </p:cNvCxnSpPr>
          <p:nvPr/>
        </p:nvCxnSpPr>
        <p:spPr>
          <a:xfrm>
            <a:off x="431873" y="2073941"/>
            <a:ext cx="0" cy="156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FFA32AE-D839-48CB-AA6D-70D3D2D08CF0}"/>
              </a:ext>
            </a:extLst>
          </p:cNvPr>
          <p:cNvCxnSpPr>
            <a:cxnSpLocks/>
          </p:cNvCxnSpPr>
          <p:nvPr/>
        </p:nvCxnSpPr>
        <p:spPr>
          <a:xfrm>
            <a:off x="555698" y="2073941"/>
            <a:ext cx="0" cy="156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157441A-DB5A-4CF1-B3C4-FDDF54E365B7}"/>
              </a:ext>
            </a:extLst>
          </p:cNvPr>
          <p:cNvSpPr txBox="1"/>
          <p:nvPr/>
        </p:nvSpPr>
        <p:spPr>
          <a:xfrm>
            <a:off x="2514763" y="3018022"/>
            <a:ext cx="6078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wb_data</a:t>
            </a:r>
            <a:endParaRPr lang="en-US" sz="9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33285E9-9B6E-5235-9D44-2BADCCD17A2C}"/>
              </a:ext>
            </a:extLst>
          </p:cNvPr>
          <p:cNvSpPr txBox="1"/>
          <p:nvPr/>
        </p:nvSpPr>
        <p:spPr>
          <a:xfrm>
            <a:off x="2246897" y="2357587"/>
            <a:ext cx="1130438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dirty="0" err="1"/>
              <a:t>if_id_instr</a:t>
            </a:r>
            <a:r>
              <a:rPr lang="en-US" sz="700" dirty="0"/>
              <a:t>(19 </a:t>
            </a:r>
            <a:r>
              <a:rPr lang="en-US" sz="700" dirty="0" err="1"/>
              <a:t>downto</a:t>
            </a:r>
            <a:r>
              <a:rPr lang="en-US" sz="700" dirty="0"/>
              <a:t> 15)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4F2A579-D75F-BF36-86E8-7092F26785EE}"/>
              </a:ext>
            </a:extLst>
          </p:cNvPr>
          <p:cNvSpPr txBox="1"/>
          <p:nvPr/>
        </p:nvSpPr>
        <p:spPr>
          <a:xfrm>
            <a:off x="2256728" y="2587626"/>
            <a:ext cx="1130438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dirty="0" err="1"/>
              <a:t>if_id_instr</a:t>
            </a:r>
            <a:r>
              <a:rPr lang="en-US" sz="700" dirty="0"/>
              <a:t>(24 </a:t>
            </a:r>
            <a:r>
              <a:rPr lang="en-US" sz="700" dirty="0" err="1"/>
              <a:t>downto</a:t>
            </a:r>
            <a:r>
              <a:rPr lang="en-US" sz="700" dirty="0"/>
              <a:t> 20)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1946929-51EC-A34D-AD6D-26FBF661316F}"/>
              </a:ext>
            </a:extLst>
          </p:cNvPr>
          <p:cNvSpPr txBox="1"/>
          <p:nvPr/>
        </p:nvSpPr>
        <p:spPr>
          <a:xfrm>
            <a:off x="2289518" y="2804940"/>
            <a:ext cx="1082348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00" dirty="0" err="1"/>
              <a:t>if_id_instr</a:t>
            </a:r>
            <a:r>
              <a:rPr lang="en-US" sz="700" dirty="0"/>
              <a:t>(11 </a:t>
            </a:r>
            <a:r>
              <a:rPr lang="en-US" sz="700" dirty="0" err="1"/>
              <a:t>downto</a:t>
            </a:r>
            <a:r>
              <a:rPr lang="en-US" sz="700" dirty="0"/>
              <a:t> 7)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4AF9B00-941E-6B31-38F8-1A8D639554FD}"/>
              </a:ext>
            </a:extLst>
          </p:cNvPr>
          <p:cNvSpPr txBox="1"/>
          <p:nvPr/>
        </p:nvSpPr>
        <p:spPr>
          <a:xfrm>
            <a:off x="8680597" y="5158841"/>
            <a:ext cx="1015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 err="1"/>
              <a:t>Ex_mem_branch</a:t>
            </a:r>
            <a:endParaRPr lang="en-US" sz="900" dirty="0"/>
          </a:p>
          <a:p>
            <a:pPr algn="r"/>
            <a:r>
              <a:rPr lang="en-US" sz="900" dirty="0" err="1"/>
              <a:t>Ex_mem_jump</a:t>
            </a:r>
            <a:endParaRPr lang="en-US" sz="9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051813C6-4662-A7F9-C3E7-8116D08FA0D1}"/>
              </a:ext>
            </a:extLst>
          </p:cNvPr>
          <p:cNvSpPr/>
          <p:nvPr/>
        </p:nvSpPr>
        <p:spPr>
          <a:xfrm>
            <a:off x="3398783" y="1415773"/>
            <a:ext cx="865785" cy="64168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096BD6BC-6A58-74AD-6C06-36CF37F73888}"/>
              </a:ext>
            </a:extLst>
          </p:cNvPr>
          <p:cNvSpPr txBox="1"/>
          <p:nvPr/>
        </p:nvSpPr>
        <p:spPr>
          <a:xfrm>
            <a:off x="3489827" y="1395243"/>
            <a:ext cx="6992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Pipeline</a:t>
            </a:r>
          </a:p>
          <a:p>
            <a:pPr algn="ctr"/>
            <a:r>
              <a:rPr lang="en-US" sz="1000" dirty="0"/>
              <a:t>Registers</a:t>
            </a: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9701E82F-91FB-356F-D4F3-7D126F6F4447}"/>
              </a:ext>
            </a:extLst>
          </p:cNvPr>
          <p:cNvCxnSpPr>
            <a:cxnSpLocks/>
          </p:cNvCxnSpPr>
          <p:nvPr/>
        </p:nvCxnSpPr>
        <p:spPr>
          <a:xfrm>
            <a:off x="3011241" y="1699822"/>
            <a:ext cx="38293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CB54C38D-99A1-CA89-EABA-06C0D8D2CBEA}"/>
              </a:ext>
            </a:extLst>
          </p:cNvPr>
          <p:cNvSpPr txBox="1"/>
          <p:nvPr/>
        </p:nvSpPr>
        <p:spPr>
          <a:xfrm>
            <a:off x="2556289" y="1554503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lots of</a:t>
            </a:r>
          </a:p>
          <a:p>
            <a:pPr algn="ctr"/>
            <a:r>
              <a:rPr lang="en-US" sz="900" dirty="0"/>
              <a:t>signals</a:t>
            </a: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BCF2490F-990C-FF42-26D3-9141123EF65F}"/>
              </a:ext>
            </a:extLst>
          </p:cNvPr>
          <p:cNvCxnSpPr>
            <a:cxnSpLocks/>
          </p:cNvCxnSpPr>
          <p:nvPr/>
        </p:nvCxnSpPr>
        <p:spPr>
          <a:xfrm>
            <a:off x="4258959" y="1528690"/>
            <a:ext cx="759581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D592986C-2571-A469-2492-155CBFE4CB91}"/>
              </a:ext>
            </a:extLst>
          </p:cNvPr>
          <p:cNvSpPr txBox="1"/>
          <p:nvPr/>
        </p:nvSpPr>
        <p:spPr>
          <a:xfrm>
            <a:off x="9485687" y="2554926"/>
            <a:ext cx="12266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 err="1"/>
              <a:t>mem_wb_mem_data</a:t>
            </a:r>
            <a:endParaRPr lang="en-US" sz="9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67710C2-4099-4D47-4431-04C86F0F12E5}"/>
              </a:ext>
            </a:extLst>
          </p:cNvPr>
          <p:cNvSpPr txBox="1"/>
          <p:nvPr/>
        </p:nvSpPr>
        <p:spPr>
          <a:xfrm>
            <a:off x="9443353" y="2786781"/>
            <a:ext cx="118974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 err="1"/>
              <a:t>mem_wb_alu_result</a:t>
            </a:r>
            <a:endParaRPr lang="en-US" sz="900" dirty="0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66202909-61EE-2FA1-E2DC-69F51676E8D4}"/>
              </a:ext>
            </a:extLst>
          </p:cNvPr>
          <p:cNvSpPr txBox="1"/>
          <p:nvPr/>
        </p:nvSpPr>
        <p:spPr>
          <a:xfrm>
            <a:off x="2265396" y="5528173"/>
            <a:ext cx="978153" cy="13388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reset</a:t>
            </a:r>
          </a:p>
          <a:p>
            <a:r>
              <a:rPr lang="en-US" sz="900" dirty="0" err="1"/>
              <a:t>if_id_mem_read</a:t>
            </a:r>
            <a:endParaRPr lang="en-US" sz="900" dirty="0"/>
          </a:p>
          <a:p>
            <a:r>
              <a:rPr lang="en-US" sz="900" dirty="0" err="1"/>
              <a:t>if_id_load_addr</a:t>
            </a:r>
            <a:endParaRPr lang="en-US" sz="900" dirty="0"/>
          </a:p>
          <a:p>
            <a:r>
              <a:rPr lang="en-US" sz="900" dirty="0" err="1"/>
              <a:t>instr</a:t>
            </a:r>
            <a:endParaRPr lang="en-US" sz="900" dirty="0"/>
          </a:p>
          <a:p>
            <a:r>
              <a:rPr lang="en-US" sz="900" dirty="0" err="1"/>
              <a:t>if_id_instr</a:t>
            </a:r>
            <a:endParaRPr lang="en-US" sz="900" dirty="0"/>
          </a:p>
          <a:p>
            <a:r>
              <a:rPr lang="en-US" sz="900" dirty="0" err="1"/>
              <a:t>if_id_rd</a:t>
            </a:r>
            <a:endParaRPr lang="en-US" sz="900" dirty="0"/>
          </a:p>
          <a:p>
            <a:r>
              <a:rPr lang="en-US" sz="900" dirty="0"/>
              <a:t>rs1</a:t>
            </a:r>
          </a:p>
          <a:p>
            <a:r>
              <a:rPr lang="en-US" sz="900" dirty="0"/>
              <a:t>rs2</a:t>
            </a:r>
          </a:p>
          <a:p>
            <a:r>
              <a:rPr lang="en-US" sz="900" dirty="0" err="1"/>
              <a:t>stall_counter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501170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7ab80a06-f029-45c0-84d1-7dad19ce3c61}" enabled="0" method="" siteId="{7ab80a06-f029-45c0-84d1-7dad19ce3c6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513</TotalTime>
  <Words>322</Words>
  <Application>Microsoft Office PowerPoint</Application>
  <PresentationFormat>Widescreen</PresentationFormat>
  <Paragraphs>115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York, George W CIV USAF USAFA DF/DFEC</dc:creator>
  <cp:lastModifiedBy>Nunn, Payton B C1C USAF USAFA CW/CS18</cp:lastModifiedBy>
  <cp:revision>11</cp:revision>
  <cp:lastPrinted>2025-06-30T21:01:03Z</cp:lastPrinted>
  <dcterms:created xsi:type="dcterms:W3CDTF">2025-06-30T15:01:42Z</dcterms:created>
  <dcterms:modified xsi:type="dcterms:W3CDTF">2026-04-25T20:54:35Z</dcterms:modified>
</cp:coreProperties>
</file>