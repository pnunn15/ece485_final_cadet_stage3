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867FF-49DB-4DC0-967A-A19776D02C5E}" v="2" dt="2026-03-05T22:38:37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modSld">
      <pc:chgData name="York, George W CIV USAF USAFA DF/DFEC" userId="1fb5875a-4594-4db2-80fb-f0db3de11280" providerId="ADAL" clId="{09330963-85FD-4C99-A81B-94D0EE5CFFEB}" dt="2026-03-05T22:46:17.762" v="4" actId="20577"/>
      <pc:docMkLst>
        <pc:docMk/>
      </pc:docMkLst>
      <pc:sldChg chg="addSp modSp mod">
        <pc:chgData name="York, George W CIV USAF USAFA DF/DFEC" userId="1fb5875a-4594-4db2-80fb-f0db3de11280" providerId="ADAL" clId="{09330963-85FD-4C99-A81B-94D0EE5CFFEB}" dt="2026-03-05T22:46:17.762" v="4" actId="20577"/>
        <pc:sldMkLst>
          <pc:docMk/>
          <pc:sldMk cId="1501170907" sldId="256"/>
        </pc:sldMkLst>
        <pc:spChg chg="mod">
          <ac:chgData name="York, George W CIV USAF USAFA DF/DFEC" userId="1fb5875a-4594-4db2-80fb-f0db3de11280" providerId="ADAL" clId="{09330963-85FD-4C99-A81B-94D0EE5CFFEB}" dt="2026-03-05T22:46:17.762" v="4" actId="20577"/>
          <ac:spMkLst>
            <pc:docMk/>
            <pc:sldMk cId="1501170907" sldId="256"/>
            <ac:spMk id="4" creationId="{FB55267A-D19E-887C-DE49-0FCC56FF700B}"/>
          </ac:spMkLst>
        </pc:spChg>
        <pc:spChg chg="add mod">
          <ac:chgData name="York, George W CIV USAF USAFA DF/DFEC" userId="1fb5875a-4594-4db2-80fb-f0db3de11280" providerId="ADAL" clId="{09330963-85FD-4C99-A81B-94D0EE5CFFEB}" dt="2026-03-05T22:38:42.118" v="2" actId="1076"/>
          <ac:spMkLst>
            <pc:docMk/>
            <pc:sldMk cId="1501170907" sldId="256"/>
            <ac:spMk id="105" creationId="{8150CAF1-DAFF-41B1-37D9-3AA58EDF71DA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06" creationId="{802EBAD3-1207-E175-F4E6-F1CAAFD5CB84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07" creationId="{B1546BBC-B812-DED8-4B26-9FABE47BC3AA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09" creationId="{A81CABDD-6671-8136-C507-5421CBF47C22}"/>
          </ac:spMkLst>
        </pc:spChg>
        <pc:spChg chg="add mod">
          <ac:chgData name="York, George W CIV USAF USAFA DF/DFEC" userId="1fb5875a-4594-4db2-80fb-f0db3de11280" providerId="ADAL" clId="{09330963-85FD-4C99-A81B-94D0EE5CFFEB}" dt="2026-03-05T22:29:55.846" v="0"/>
          <ac:spMkLst>
            <pc:docMk/>
            <pc:sldMk cId="1501170907" sldId="256"/>
            <ac:spMk id="110" creationId="{F182B11B-81F0-C7FD-76B3-7C27A04FAE43}"/>
          </ac:spMkLst>
        </pc:sp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08" creationId="{55D04E53-F0F2-CC32-832F-AD990A0BD8D2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0" creationId="{1883FA79-CBE1-81F9-475F-742DC442633A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1" creationId="{D53ADBF7-10DC-5789-46E9-813992762F1C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3" creationId="{61CB085F-EFA5-81F0-171A-B0F01423DFC7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5" creationId="{EC42D385-1455-5F7D-5DE9-63C32D5B7E54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9:55.846" v="0"/>
          <ac:cxnSpMkLst>
            <pc:docMk/>
            <pc:sldMk cId="1501170907" sldId="256"/>
            <ac:cxnSpMk id="128" creationId="{2FF7584B-44F4-AC4F-1A2B-A5EEAC3183A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D1B8B85-7F90-6201-21E9-F6ABDFFB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612" y="3237305"/>
            <a:ext cx="503999" cy="267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3.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620962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803638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688197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F1E05C7-0258-A1DB-5D4E-EA66C6CAA296}"/>
              </a:ext>
            </a:extLst>
          </p:cNvPr>
          <p:cNvGrpSpPr/>
          <p:nvPr/>
        </p:nvGrpSpPr>
        <p:grpSpPr>
          <a:xfrm>
            <a:off x="8385327" y="3269097"/>
            <a:ext cx="292770" cy="637674"/>
            <a:chOff x="1074820" y="1507958"/>
            <a:chExt cx="292770" cy="637674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9B1C3327-A611-2BA8-B007-9186CF3A0E42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874B16B-1236-9BD1-3E90-062756FAD0B0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545D7D5-18F9-460B-16FB-45A5E5B3036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8D96393-1B92-25C8-CCC7-A10F33059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53456A5-2F22-6878-6368-381F766CB3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460A47E-6551-87B8-D148-22BB0E7B2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A016AB0-C9E3-96DB-019B-5F43AB8DD8B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D895F0D-4BF5-DC7B-F7F3-413542C80AFB}"/>
              </a:ext>
            </a:extLst>
          </p:cNvPr>
          <p:cNvCxnSpPr>
            <a:cxnSpLocks/>
          </p:cNvCxnSpPr>
          <p:nvPr/>
        </p:nvCxnSpPr>
        <p:spPr>
          <a:xfrm>
            <a:off x="8211392" y="3800492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A322888-ED2A-D52F-5D81-55A9F50D831D}"/>
              </a:ext>
            </a:extLst>
          </p:cNvPr>
          <p:cNvCxnSpPr/>
          <p:nvPr/>
        </p:nvCxnSpPr>
        <p:spPr>
          <a:xfrm>
            <a:off x="8207519" y="337537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8102C07-F7E1-1AF1-477B-00B68F177F07}"/>
              </a:ext>
            </a:extLst>
          </p:cNvPr>
          <p:cNvSpPr txBox="1"/>
          <p:nvPr/>
        </p:nvSpPr>
        <p:spPr>
          <a:xfrm>
            <a:off x="7795398" y="326222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0A05C49-A5A2-CC74-BAEB-00CF47323BC9}"/>
              </a:ext>
            </a:extLst>
          </p:cNvPr>
          <p:cNvSpPr txBox="1"/>
          <p:nvPr/>
        </p:nvSpPr>
        <p:spPr>
          <a:xfrm>
            <a:off x="7776328" y="3693360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178740B-BE6B-31B0-B4FD-0ED1D3EABF36}"/>
              </a:ext>
            </a:extLst>
          </p:cNvPr>
          <p:cNvSpPr txBox="1"/>
          <p:nvPr/>
        </p:nvSpPr>
        <p:spPr>
          <a:xfrm>
            <a:off x="8430583" y="3473909"/>
            <a:ext cx="330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“-”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70ACF3C-5A72-31AC-3830-8B43C336935F}"/>
              </a:ext>
            </a:extLst>
          </p:cNvPr>
          <p:cNvCxnSpPr>
            <a:cxnSpLocks/>
          </p:cNvCxnSpPr>
          <p:nvPr/>
        </p:nvCxnSpPr>
        <p:spPr>
          <a:xfrm>
            <a:off x="9389588" y="3591169"/>
            <a:ext cx="0" cy="650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BF12A351-142A-23D7-36BD-9308B9D720AA}"/>
              </a:ext>
            </a:extLst>
          </p:cNvPr>
          <p:cNvCxnSpPr>
            <a:cxnSpLocks/>
          </p:cNvCxnSpPr>
          <p:nvPr/>
        </p:nvCxnSpPr>
        <p:spPr>
          <a:xfrm>
            <a:off x="8690708" y="3591169"/>
            <a:ext cx="6955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6" y="9833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4E488E-A173-AFA0-3F6A-78FF8CC6952B}"/>
              </a:ext>
            </a:extLst>
          </p:cNvPr>
          <p:cNvCxnSpPr>
            <a:cxnSpLocks/>
          </p:cNvCxnSpPr>
          <p:nvPr/>
        </p:nvCxnSpPr>
        <p:spPr>
          <a:xfrm flipV="1">
            <a:off x="10852467" y="3154000"/>
            <a:ext cx="0" cy="195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C7A41C-61ED-49E4-BA0B-27EC82F62902}"/>
              </a:ext>
            </a:extLst>
          </p:cNvPr>
          <p:cNvCxnSpPr>
            <a:cxnSpLocks/>
          </p:cNvCxnSpPr>
          <p:nvPr/>
        </p:nvCxnSpPr>
        <p:spPr>
          <a:xfrm flipV="1">
            <a:off x="10915967" y="3114188"/>
            <a:ext cx="0" cy="195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79F449-2B1D-87A9-9E7B-9DD8C11C7B9B}"/>
              </a:ext>
            </a:extLst>
          </p:cNvPr>
          <p:cNvCxnSpPr>
            <a:cxnSpLocks/>
          </p:cNvCxnSpPr>
          <p:nvPr/>
        </p:nvCxnSpPr>
        <p:spPr>
          <a:xfrm flipV="1">
            <a:off x="10776267" y="3233786"/>
            <a:ext cx="0" cy="195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29CD4F1-4D65-2071-CB5D-56C21B0A8ADD}"/>
              </a:ext>
            </a:extLst>
          </p:cNvPr>
          <p:cNvGrpSpPr/>
          <p:nvPr/>
        </p:nvGrpSpPr>
        <p:grpSpPr>
          <a:xfrm rot="16200000">
            <a:off x="8495764" y="2520050"/>
            <a:ext cx="405246" cy="267608"/>
            <a:chOff x="6169099" y="3766490"/>
            <a:chExt cx="533480" cy="26760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8E484B5-905D-B38D-3D91-241CE1719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8580" y="3766490"/>
              <a:ext cx="503999" cy="267608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2BE6CC3-2C59-A24A-5E92-68A707F8638E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838587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AB80F94-094C-4CE9-C275-29945A350AA8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958185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9C37C1-E5D0-9FBA-A932-2F98BACEC0B2}"/>
              </a:ext>
            </a:extLst>
          </p:cNvPr>
          <p:cNvCxnSpPr/>
          <p:nvPr/>
        </p:nvCxnSpPr>
        <p:spPr>
          <a:xfrm>
            <a:off x="2870131" y="330940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2870131" y="3429000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19991E4-90E6-F0D1-11C3-602FF77B7F79}"/>
              </a:ext>
            </a:extLst>
          </p:cNvPr>
          <p:cNvCxnSpPr/>
          <p:nvPr/>
        </p:nvCxnSpPr>
        <p:spPr>
          <a:xfrm>
            <a:off x="9424268" y="4047113"/>
            <a:ext cx="0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262BB7-393A-3D10-4768-BA19460EE16D}"/>
              </a:ext>
            </a:extLst>
          </p:cNvPr>
          <p:cNvCxnSpPr/>
          <p:nvPr/>
        </p:nvCxnSpPr>
        <p:spPr>
          <a:xfrm>
            <a:off x="9462368" y="4084284"/>
            <a:ext cx="0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AC5E79F-36BB-C55A-DF2D-C7C8E0255836}"/>
              </a:ext>
            </a:extLst>
          </p:cNvPr>
          <p:cNvCxnSpPr/>
          <p:nvPr/>
        </p:nvCxnSpPr>
        <p:spPr>
          <a:xfrm>
            <a:off x="9514036" y="4115287"/>
            <a:ext cx="0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547B99-6FC8-A74C-FEEB-9E4CADACFA53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C5CCBD1-0844-480F-8141-9A9CAA44FF50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8947B1-691B-936E-60AD-9FDFE4A4EA75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D73938-CD18-95EE-AF99-64BFF08C2E0D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2908768-78CB-6AA2-9F8F-560147BBA50C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FC76F5-1B0B-DFD2-2DFE-467D7246D31F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F3C053-4536-CA7C-4EE4-418998840D9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4ACF4A3-01ED-D5D2-AE79-3A96A5B0A6E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8BA57EF-BE1E-D9E4-5BCF-2A7FF9099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E72814-B29A-A6B9-3873-6A3C7C551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1DD0ED-9DFA-FDD8-737C-FB8DE70DA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A822E0-4EAA-5FC7-F211-354CF1DD8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428BE6-A028-2505-F585-6481D0268AE8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79B177D-A620-CBB7-1F57-B85744BC1768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751035-C943-F4AC-E721-2329E2124269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5A3E227-0BF3-A73B-3BC7-43B3ED0C951A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BADD6A5-EF1D-D5D2-C1C0-C06AAF0FB60A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1142331-E346-04E4-CE7D-40DA0254B7E8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1FC06E-49A1-E737-FC39-BA3F124F2533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490C6-9F7A-C0A3-5E86-3D4C3F2DB87B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258B8B8-0DCC-7046-F080-D64CBE4BD6A0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02EBAD3-1207-E175-F4E6-F1CAAFD5CB84}"/>
              </a:ext>
            </a:extLst>
          </p:cNvPr>
          <p:cNvSpPr/>
          <p:nvPr/>
        </p:nvSpPr>
        <p:spPr>
          <a:xfrm>
            <a:off x="4112869" y="5087156"/>
            <a:ext cx="663423" cy="460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1546BBC-B812-DED8-4B26-9FABE47BC3AA}"/>
              </a:ext>
            </a:extLst>
          </p:cNvPr>
          <p:cNvSpPr txBox="1"/>
          <p:nvPr/>
        </p:nvSpPr>
        <p:spPr>
          <a:xfrm>
            <a:off x="4171777" y="5125610"/>
            <a:ext cx="57419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Stall</a:t>
            </a:r>
          </a:p>
          <a:p>
            <a:pPr algn="ctr"/>
            <a:r>
              <a:rPr lang="en-US" sz="900" dirty="0"/>
              <a:t>counter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5D04E53-F0F2-CC32-832F-AD990A0BD8D2}"/>
              </a:ext>
            </a:extLst>
          </p:cNvPr>
          <p:cNvCxnSpPr>
            <a:cxnSpLocks/>
          </p:cNvCxnSpPr>
          <p:nvPr/>
        </p:nvCxnSpPr>
        <p:spPr>
          <a:xfrm>
            <a:off x="3882996" y="5224369"/>
            <a:ext cx="22987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81CABDD-6671-8136-C507-5421CBF47C22}"/>
              </a:ext>
            </a:extLst>
          </p:cNvPr>
          <p:cNvSpPr/>
          <p:nvPr/>
        </p:nvSpPr>
        <p:spPr>
          <a:xfrm>
            <a:off x="3204207" y="5087370"/>
            <a:ext cx="678789" cy="48470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182B11B-81F0-C7FD-76B3-7C27A04FAE43}"/>
              </a:ext>
            </a:extLst>
          </p:cNvPr>
          <p:cNvSpPr txBox="1"/>
          <p:nvPr/>
        </p:nvSpPr>
        <p:spPr>
          <a:xfrm>
            <a:off x="3169553" y="5107257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Hazard</a:t>
            </a:r>
          </a:p>
          <a:p>
            <a:pPr algn="ctr"/>
            <a:r>
              <a:rPr lang="en-US" sz="1000" dirty="0"/>
              <a:t>Detection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FFE2C33-996E-7ADF-F9EF-9E2CF7B04F43}"/>
              </a:ext>
            </a:extLst>
          </p:cNvPr>
          <p:cNvCxnSpPr>
            <a:cxnSpLocks/>
          </p:cNvCxnSpPr>
          <p:nvPr/>
        </p:nvCxnSpPr>
        <p:spPr>
          <a:xfrm>
            <a:off x="2743887" y="5277871"/>
            <a:ext cx="4422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7E3730A-42E6-0433-39FD-2ACC0255676D}"/>
              </a:ext>
            </a:extLst>
          </p:cNvPr>
          <p:cNvCxnSpPr>
            <a:cxnSpLocks/>
          </p:cNvCxnSpPr>
          <p:nvPr/>
        </p:nvCxnSpPr>
        <p:spPr>
          <a:xfrm flipH="1">
            <a:off x="3888841" y="5478179"/>
            <a:ext cx="2056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883FA79-CBE1-81F9-475F-742DC442633A}"/>
              </a:ext>
            </a:extLst>
          </p:cNvPr>
          <p:cNvCxnSpPr>
            <a:cxnSpLocks/>
          </p:cNvCxnSpPr>
          <p:nvPr/>
        </p:nvCxnSpPr>
        <p:spPr>
          <a:xfrm>
            <a:off x="2763237" y="4519030"/>
            <a:ext cx="0" cy="761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53ADBF7-10DC-5789-46E9-813992762F1C}"/>
              </a:ext>
            </a:extLst>
          </p:cNvPr>
          <p:cNvCxnSpPr>
            <a:cxnSpLocks/>
          </p:cNvCxnSpPr>
          <p:nvPr/>
        </p:nvCxnSpPr>
        <p:spPr>
          <a:xfrm>
            <a:off x="2981569" y="5160759"/>
            <a:ext cx="2117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FF72DD-5839-7297-77B0-F5EC466118C5}"/>
              </a:ext>
            </a:extLst>
          </p:cNvPr>
          <p:cNvCxnSpPr/>
          <p:nvPr/>
        </p:nvCxnSpPr>
        <p:spPr>
          <a:xfrm flipH="1" flipV="1">
            <a:off x="2602523" y="4499564"/>
            <a:ext cx="164123" cy="77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1CB085F-EFA5-81F0-171A-B0F01423DFC7}"/>
              </a:ext>
            </a:extLst>
          </p:cNvPr>
          <p:cNvCxnSpPr/>
          <p:nvPr/>
        </p:nvCxnSpPr>
        <p:spPr>
          <a:xfrm>
            <a:off x="2989385" y="4912022"/>
            <a:ext cx="0" cy="253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7AA200C-FCA9-EE26-397A-A699E5A6646F}"/>
              </a:ext>
            </a:extLst>
          </p:cNvPr>
          <p:cNvCxnSpPr/>
          <p:nvPr/>
        </p:nvCxnSpPr>
        <p:spPr>
          <a:xfrm>
            <a:off x="2985477" y="4912022"/>
            <a:ext cx="23133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C42D385-1455-5F7D-5DE9-63C32D5B7E54}"/>
              </a:ext>
            </a:extLst>
          </p:cNvPr>
          <p:cNvCxnSpPr/>
          <p:nvPr/>
        </p:nvCxnSpPr>
        <p:spPr>
          <a:xfrm flipV="1">
            <a:off x="3977662" y="4996009"/>
            <a:ext cx="0" cy="2254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FF7584B-44F4-AC4F-1A2B-A5EEAC3183AF}"/>
              </a:ext>
            </a:extLst>
          </p:cNvPr>
          <p:cNvCxnSpPr/>
          <p:nvPr/>
        </p:nvCxnSpPr>
        <p:spPr>
          <a:xfrm>
            <a:off x="4019628" y="5487290"/>
            <a:ext cx="0" cy="200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">
            <a:extLst>
              <a:ext uri="{FF2B5EF4-FFF2-40B4-BE49-F238E27FC236}">
                <a16:creationId xmlns:a16="http://schemas.microsoft.com/office/drawing/2014/main" id="{8150CAF1-DAFF-41B1-37D9-3AA58EDF71DA}"/>
              </a:ext>
            </a:extLst>
          </p:cNvPr>
          <p:cNvSpPr txBox="1"/>
          <p:nvPr/>
        </p:nvSpPr>
        <p:spPr>
          <a:xfrm>
            <a:off x="8659919" y="341340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/>
              <a:t>Not equal</a:t>
            </a: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122</Words>
  <Application>Microsoft Office PowerPoint</Application>
  <PresentationFormat>Widescreen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York, George W CIV USAF USAFA DF/DFEC</cp:lastModifiedBy>
  <cp:revision>10</cp:revision>
  <cp:lastPrinted>2025-06-30T21:01:03Z</cp:lastPrinted>
  <dcterms:created xsi:type="dcterms:W3CDTF">2025-06-30T15:01:42Z</dcterms:created>
  <dcterms:modified xsi:type="dcterms:W3CDTF">2026-03-05T22:46:28Z</dcterms:modified>
</cp:coreProperties>
</file>